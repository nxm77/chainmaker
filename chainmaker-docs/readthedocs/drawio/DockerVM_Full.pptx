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6"/>
    <p:restoredTop sz="97872"/>
  </p:normalViewPr>
  <p:slideViewPr>
    <p:cSldViewPr snapToGrid="0">
      <p:cViewPr varScale="1">
        <p:scale>
          <a:sx n="227" d="100"/>
          <a:sy n="227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228EF-A2DF-2FB2-0307-3341E8432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41C056-7983-9C73-4592-BE9CB7392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17791D-A9B7-B8F7-0708-4C5C809CA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228972-18DE-835B-7AE5-9218F88C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E29B7-636A-9CFD-B44F-0D93DEE9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270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6FD46-8C35-4D7F-F30B-51AC2568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1AE39A-85EB-8380-AA16-AFA0E6F24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1E62D-40DE-F510-1CB4-6CCB6EAD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35DE1D-803B-EAD9-280F-253549E00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CDCC2-A19C-9FB7-CD2F-0B41E5DD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3376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586CC-A790-7DC0-2A83-C49C76B20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281FA6-8870-1F34-3122-6FD0E4E0D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829AD9-5B29-EE53-3C0E-4B4A2CE7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9B36E-0992-B875-08F8-FD823A12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DDE894-5F51-61FE-C3E0-7F9C42E3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5782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8D411-3214-C447-A4BF-161329E26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7B6C07-D101-4751-1860-0AB345591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DD0707-1F05-7201-F1B7-BF128AAF7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E4EFD4-9D26-A52D-324F-7BA6BE51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BED6EB-1482-2438-06CB-6AEFD002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F4AC49-72B7-5CCC-3FAC-95906E9F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446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F612C0-7B08-BF5B-EDA0-E76FFE4E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0BEBF5-827D-DA24-4212-7ECD2CA0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4D3A4C-EA41-D584-EEB2-F9F51C7D1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3A821A-F7A2-294F-3B4B-BDC5976AE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9C14A5-959A-3D9D-CA22-C4B9998D8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7AD1B7-EE9D-90CE-C426-E3D9CBAB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48BF5D-435A-0126-CF25-31995FFC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153C06-1D5D-15EC-5A43-7F38C871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5162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8441E-D70B-26F4-3D96-A49DE459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3B3EDF-F164-B14E-0926-5B19C5FA5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6330D0-4EC4-F187-5223-FA3B81F0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A3C298-0695-A17A-5D00-A031827E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983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EC3D27-A646-B553-3A79-57578C49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CAE572-B6A4-1016-86E6-560CC2BC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C675B5-C139-58DE-F8D8-CDFFED9C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859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C7768-9475-0B53-F45D-676D1739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386EB7-F7C5-4052-9B67-80510CCDB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0627DE-863B-BD5B-2E69-F6418D4F7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5E53FB-7055-7423-F1B3-BAA283A2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44B4B6-3CC6-9D6C-E3E7-08B024445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F2B7B7-FDEC-A3BC-9D65-C906E1B2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254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415D5-C1D3-5A2F-9AD8-1FA4D2553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F28B7F-C2F8-E3AD-4BD0-1A5447B8C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2824F9-FFFB-2F0F-1E1B-3A96E23E4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042C13-F450-6DFE-7B45-6F41A984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88839B-8F4D-5118-2F68-8052FF3F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62AEDC-3DBB-B922-00F3-D1B31E478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769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3F1CE-F750-B51F-4F80-ECB10EB6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269E77-0F8C-EEBE-DAB2-0C2F42648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4E09B-3063-A7DE-D083-394FCFE0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053B2D-AD54-220B-4E7B-ADDF52D3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2BACE6-2FD6-ECF0-74A5-466F3E53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545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E7E67D-C272-B6CC-98C6-E31CE4D8A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4AC0C5-0F87-89B2-8113-601A8A0B6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8E6C27-1F14-152E-1824-B68CE7AA6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7BF4DE-32FA-57D8-C90D-9AF3F159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45129-796C-AFBF-455C-05404F04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260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C69C04-1F9C-222E-7864-93F67C0E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52029E-5E00-A90F-8BB5-E4196DB6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32D18A-3CA1-0369-4A04-D4862162F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7B3A7-A44D-9B46-97C9-7E456DA7657B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FC3F4-9BD4-E9AE-1C8D-C0E361522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33B39C-919B-FE6C-FF2D-0D8FFA3EE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97B11-CCEC-2944-8135-526AA0635B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787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DEA1E11-033C-1929-FEB9-210A9B08A54E}"/>
              </a:ext>
            </a:extLst>
          </p:cNvPr>
          <p:cNvSpPr/>
          <p:nvPr/>
        </p:nvSpPr>
        <p:spPr>
          <a:xfrm>
            <a:off x="1190632" y="548639"/>
            <a:ext cx="10205861" cy="4619859"/>
          </a:xfrm>
          <a:prstGeom prst="rect">
            <a:avLst/>
          </a:prstGeom>
          <a:solidFill>
            <a:srgbClr val="DBE9FF">
              <a:alpha val="58824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8DA4EA-C5A9-4259-09BC-FEA09FAFA405}"/>
              </a:ext>
            </a:extLst>
          </p:cNvPr>
          <p:cNvSpPr/>
          <p:nvPr/>
        </p:nvSpPr>
        <p:spPr>
          <a:xfrm>
            <a:off x="1855662" y="1269998"/>
            <a:ext cx="3191933" cy="35016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E4CBDA-E7F3-A851-A4EE-25BA6F492564}"/>
              </a:ext>
            </a:extLst>
          </p:cNvPr>
          <p:cNvSpPr/>
          <p:nvPr/>
        </p:nvSpPr>
        <p:spPr>
          <a:xfrm>
            <a:off x="2275917" y="1947459"/>
            <a:ext cx="2351422" cy="942916"/>
          </a:xfrm>
          <a:prstGeom prst="rect">
            <a:avLst/>
          </a:prstGeom>
          <a:solidFill>
            <a:srgbClr val="A490FF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Contract</a:t>
            </a:r>
            <a:r>
              <a:rPr kumimoji="1" lang="zh-CN" altLang="en-US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Engine Clients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A37E93-BF87-90BE-CEC6-59B6B409E26F}"/>
              </a:ext>
            </a:extLst>
          </p:cNvPr>
          <p:cNvSpPr txBox="1"/>
          <p:nvPr/>
        </p:nvSpPr>
        <p:spPr>
          <a:xfrm>
            <a:off x="2739734" y="1444406"/>
            <a:ext cx="1423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ChainMaker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144ECF-40D5-8961-7BB7-A49C959F3ACB}"/>
              </a:ext>
            </a:extLst>
          </p:cNvPr>
          <p:cNvSpPr/>
          <p:nvPr/>
        </p:nvSpPr>
        <p:spPr>
          <a:xfrm>
            <a:off x="2275917" y="3369835"/>
            <a:ext cx="2351422" cy="942916"/>
          </a:xfrm>
          <a:prstGeom prst="rect">
            <a:avLst/>
          </a:prstGeom>
          <a:solidFill>
            <a:srgbClr val="579FFF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Runtime Server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86D606-F1CC-BF73-D040-90B8A0BE665B}"/>
              </a:ext>
            </a:extLst>
          </p:cNvPr>
          <p:cNvSpPr/>
          <p:nvPr/>
        </p:nvSpPr>
        <p:spPr>
          <a:xfrm>
            <a:off x="6349502" y="1269998"/>
            <a:ext cx="4400327" cy="35016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60CF01-B3FA-38B3-D8B6-C03AEE4B9927}"/>
              </a:ext>
            </a:extLst>
          </p:cNvPr>
          <p:cNvSpPr/>
          <p:nvPr/>
        </p:nvSpPr>
        <p:spPr>
          <a:xfrm>
            <a:off x="6757933" y="1947459"/>
            <a:ext cx="3583464" cy="942916"/>
          </a:xfrm>
          <a:prstGeom prst="rect">
            <a:avLst/>
          </a:prstGeom>
          <a:solidFill>
            <a:srgbClr val="579FFF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Contract</a:t>
            </a:r>
            <a:r>
              <a:rPr kumimoji="1" lang="zh-CN" altLang="en-US" sz="1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Engine </a:t>
            </a: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Server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1543A1-DF7C-B2A6-15F5-933BFB452692}"/>
              </a:ext>
            </a:extLst>
          </p:cNvPr>
          <p:cNvSpPr txBox="1"/>
          <p:nvPr/>
        </p:nvSpPr>
        <p:spPr>
          <a:xfrm>
            <a:off x="7883457" y="1444406"/>
            <a:ext cx="13324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 VM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15D6CC-266C-01DC-74DB-B773B8C5284A}"/>
              </a:ext>
            </a:extLst>
          </p:cNvPr>
          <p:cNvSpPr/>
          <p:nvPr/>
        </p:nvSpPr>
        <p:spPr>
          <a:xfrm>
            <a:off x="6757933" y="3369835"/>
            <a:ext cx="1050471" cy="942916"/>
          </a:xfrm>
          <a:prstGeom prst="rect">
            <a:avLst/>
          </a:prstGeom>
          <a:solidFill>
            <a:srgbClr val="A490FF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Sandbox</a:t>
            </a:r>
          </a:p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Client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B08615-DB3C-B076-3C46-38BD9299FB44}"/>
              </a:ext>
            </a:extLst>
          </p:cNvPr>
          <p:cNvSpPr txBox="1"/>
          <p:nvPr/>
        </p:nvSpPr>
        <p:spPr>
          <a:xfrm>
            <a:off x="9460192" y="3656627"/>
            <a:ext cx="628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C93C14-6E32-B7AF-6134-3C828B26952A}"/>
              </a:ext>
            </a:extLst>
          </p:cNvPr>
          <p:cNvSpPr/>
          <p:nvPr/>
        </p:nvSpPr>
        <p:spPr>
          <a:xfrm>
            <a:off x="8024430" y="3369835"/>
            <a:ext cx="1050471" cy="942916"/>
          </a:xfrm>
          <a:prstGeom prst="rect">
            <a:avLst/>
          </a:prstGeom>
          <a:solidFill>
            <a:srgbClr val="A490FF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Sandbox</a:t>
            </a:r>
          </a:p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Client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CB888C80-BA4E-D020-5DBE-B4757CA29864}"/>
              </a:ext>
            </a:extLst>
          </p:cNvPr>
          <p:cNvSpPr/>
          <p:nvPr/>
        </p:nvSpPr>
        <p:spPr>
          <a:xfrm>
            <a:off x="4695671" y="2060027"/>
            <a:ext cx="2033386" cy="273269"/>
          </a:xfrm>
          <a:prstGeom prst="rightArrow">
            <a:avLst/>
          </a:prstGeom>
          <a:solidFill>
            <a:srgbClr val="93CA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9574CC-53C0-7169-3611-DDB8420C4C75}"/>
              </a:ext>
            </a:extLst>
          </p:cNvPr>
          <p:cNvSpPr txBox="1"/>
          <p:nvPr/>
        </p:nvSpPr>
        <p:spPr>
          <a:xfrm>
            <a:off x="5179291" y="1803948"/>
            <a:ext cx="1123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Tx / Contract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1A956731-A2F3-4551-C079-DD4BF4559D7F}"/>
              </a:ext>
            </a:extLst>
          </p:cNvPr>
          <p:cNvSpPr/>
          <p:nvPr/>
        </p:nvSpPr>
        <p:spPr>
          <a:xfrm rot="10800000">
            <a:off x="4695671" y="2478261"/>
            <a:ext cx="2033386" cy="273269"/>
          </a:xfrm>
          <a:prstGeom prst="rightArrow">
            <a:avLst/>
          </a:prstGeom>
          <a:solidFill>
            <a:srgbClr val="93CA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DB9C48D-CFB8-DC69-F2AC-1E185047B2C2}"/>
              </a:ext>
            </a:extLst>
          </p:cNvPr>
          <p:cNvSpPr txBox="1"/>
          <p:nvPr/>
        </p:nvSpPr>
        <p:spPr>
          <a:xfrm>
            <a:off x="4960352" y="2751532"/>
            <a:ext cx="1561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Contract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Request /</a:t>
            </a:r>
          </a:p>
          <a:p>
            <a:pPr algn="l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Unexpected error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F54D2758-D64F-FD3C-D850-E9E7F6A85E1A}"/>
              </a:ext>
            </a:extLst>
          </p:cNvPr>
          <p:cNvSpPr/>
          <p:nvPr/>
        </p:nvSpPr>
        <p:spPr>
          <a:xfrm rot="16200000">
            <a:off x="8122637" y="3002368"/>
            <a:ext cx="461665" cy="273269"/>
          </a:xfrm>
          <a:prstGeom prst="rightArrow">
            <a:avLst/>
          </a:prstGeom>
          <a:solidFill>
            <a:srgbClr val="E8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361F94-3828-535E-306E-64AC06150CDC}"/>
              </a:ext>
            </a:extLst>
          </p:cNvPr>
          <p:cNvSpPr txBox="1"/>
          <p:nvPr/>
        </p:nvSpPr>
        <p:spPr>
          <a:xfrm>
            <a:off x="8490104" y="3000503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Signal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左右箭头 20">
            <a:extLst>
              <a:ext uri="{FF2B5EF4-FFF2-40B4-BE49-F238E27FC236}">
                <a16:creationId xmlns:a16="http://schemas.microsoft.com/office/drawing/2014/main" id="{E92BC523-56B0-943A-F131-AAA2117E6555}"/>
              </a:ext>
            </a:extLst>
          </p:cNvPr>
          <p:cNvSpPr/>
          <p:nvPr/>
        </p:nvSpPr>
        <p:spPr>
          <a:xfrm>
            <a:off x="4695671" y="3704658"/>
            <a:ext cx="2033386" cy="273269"/>
          </a:xfrm>
          <a:prstGeom prst="leftRightArrow">
            <a:avLst/>
          </a:prstGeom>
          <a:solidFill>
            <a:srgbClr val="93CA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07229C5-5F07-2932-0897-B05CD0841E3E}"/>
              </a:ext>
            </a:extLst>
          </p:cNvPr>
          <p:cNvSpPr txBox="1"/>
          <p:nvPr/>
        </p:nvSpPr>
        <p:spPr>
          <a:xfrm>
            <a:off x="5048517" y="3506304"/>
            <a:ext cx="1385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Data / Response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AAA9917-9079-C392-9216-DD6A8830356B}"/>
              </a:ext>
            </a:extLst>
          </p:cNvPr>
          <p:cNvSpPr txBox="1"/>
          <p:nvPr/>
        </p:nvSpPr>
        <p:spPr>
          <a:xfrm>
            <a:off x="5870209" y="687088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HOST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左右箭头 23">
            <a:extLst>
              <a:ext uri="{FF2B5EF4-FFF2-40B4-BE49-F238E27FC236}">
                <a16:creationId xmlns:a16="http://schemas.microsoft.com/office/drawing/2014/main" id="{A97A5266-209C-AD4C-1B5E-50078B24781D}"/>
              </a:ext>
            </a:extLst>
          </p:cNvPr>
          <p:cNvSpPr/>
          <p:nvPr/>
        </p:nvSpPr>
        <p:spPr>
          <a:xfrm>
            <a:off x="8435596" y="775369"/>
            <a:ext cx="398034" cy="273269"/>
          </a:xfrm>
          <a:prstGeom prst="leftRightArrow">
            <a:avLst/>
          </a:prstGeom>
          <a:solidFill>
            <a:srgbClr val="E8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327A600-FA36-A201-41D7-BFD5078939C0}"/>
              </a:ext>
            </a:extLst>
          </p:cNvPr>
          <p:cNvSpPr txBox="1"/>
          <p:nvPr/>
        </p:nvSpPr>
        <p:spPr>
          <a:xfrm>
            <a:off x="7960587" y="785045"/>
            <a:ext cx="4972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UDS:</a:t>
            </a:r>
            <a:endParaRPr kumimoji="1"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左右箭头 25">
            <a:extLst>
              <a:ext uri="{FF2B5EF4-FFF2-40B4-BE49-F238E27FC236}">
                <a16:creationId xmlns:a16="http://schemas.microsoft.com/office/drawing/2014/main" id="{D1094782-E750-4171-657D-7E5BA9BC4AA3}"/>
              </a:ext>
            </a:extLst>
          </p:cNvPr>
          <p:cNvSpPr/>
          <p:nvPr/>
        </p:nvSpPr>
        <p:spPr>
          <a:xfrm>
            <a:off x="9446248" y="775369"/>
            <a:ext cx="398034" cy="273269"/>
          </a:xfrm>
          <a:prstGeom prst="leftRightArrow">
            <a:avLst/>
          </a:prstGeom>
          <a:solidFill>
            <a:srgbClr val="AE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7ADB96-4A3B-3EE0-9CBB-7255959179F6}"/>
              </a:ext>
            </a:extLst>
          </p:cNvPr>
          <p:cNvSpPr txBox="1"/>
          <p:nvPr/>
        </p:nvSpPr>
        <p:spPr>
          <a:xfrm>
            <a:off x="8971239" y="785045"/>
            <a:ext cx="4651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TCP:</a:t>
            </a:r>
            <a:endParaRPr kumimoji="1"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左右箭头 27">
            <a:extLst>
              <a:ext uri="{FF2B5EF4-FFF2-40B4-BE49-F238E27FC236}">
                <a16:creationId xmlns:a16="http://schemas.microsoft.com/office/drawing/2014/main" id="{7A49FF0E-1836-FC1C-B310-BA7386EF7A26}"/>
              </a:ext>
            </a:extLst>
          </p:cNvPr>
          <p:cNvSpPr/>
          <p:nvPr/>
        </p:nvSpPr>
        <p:spPr>
          <a:xfrm>
            <a:off x="10768281" y="775369"/>
            <a:ext cx="398034" cy="273269"/>
          </a:xfrm>
          <a:prstGeom prst="leftRightArrow">
            <a:avLst/>
          </a:prstGeom>
          <a:solidFill>
            <a:srgbClr val="93CA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CFC4B95-6ACD-D946-24DE-1E8EDA933BBD}"/>
              </a:ext>
            </a:extLst>
          </p:cNvPr>
          <p:cNvSpPr txBox="1"/>
          <p:nvPr/>
        </p:nvSpPr>
        <p:spPr>
          <a:xfrm>
            <a:off x="9966013" y="785045"/>
            <a:ext cx="8034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TCP/UDS:</a:t>
            </a:r>
            <a:endParaRPr kumimoji="1"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924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Macintosh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T189907</dc:creator>
  <cp:lastModifiedBy>T189907</cp:lastModifiedBy>
  <cp:revision>1</cp:revision>
  <dcterms:created xsi:type="dcterms:W3CDTF">2022-08-08T07:53:14Z</dcterms:created>
  <dcterms:modified xsi:type="dcterms:W3CDTF">2022-08-08T07:53:59Z</dcterms:modified>
</cp:coreProperties>
</file>