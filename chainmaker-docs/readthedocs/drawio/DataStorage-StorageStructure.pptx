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6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7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9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C895E4-7340-394F-9771-2603EA694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6672E04-4056-7147-8DA3-0AE47F951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BC6A52-61C6-BB48-A6C7-2CEF463C2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A18F-87AE-2B4D-B663-CC8829AC307A}" type="datetimeFigureOut">
              <a:rPr kumimoji="1" lang="zh-CN" altLang="en-US" smtClean="0"/>
              <a:t>2023/5/23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6D707F-FB79-F945-9DC7-73DD756C2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9D063-8EAD-A443-B6AA-9611E2C81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29328-AC21-F14D-BB46-07B3C8C138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5971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4A7C9B-FEE8-044A-9EF8-C70D7B7C0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DF60D4-A62E-5C4A-AE86-E942D8426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90D3F8-11F8-6D4B-A2DE-F28CF5F2C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A18F-87AE-2B4D-B663-CC8829AC307A}" type="datetimeFigureOut">
              <a:rPr kumimoji="1" lang="zh-CN" altLang="en-US" smtClean="0"/>
              <a:t>2023/5/23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B8BBC2-AE79-6E40-BA59-1E338B1A2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F826C7-886F-A34C-95C0-E3DDB0C6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29328-AC21-F14D-BB46-07B3C8C138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1175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2D8DCD-0E1D-274A-A0EC-C32F06E6F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E3C634-B13F-604D-8147-C7157DF3C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2DBA33-025E-5F49-B91F-E3158556F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A18F-87AE-2B4D-B663-CC8829AC307A}" type="datetimeFigureOut">
              <a:rPr kumimoji="1" lang="zh-CN" altLang="en-US" smtClean="0"/>
              <a:t>2023/5/23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AC5F90-D578-A641-A666-64016949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6C095C-66E3-4742-A18C-977CF7585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29328-AC21-F14D-BB46-07B3C8C138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266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48D547-13EE-1244-B2A7-E8B04D0C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677D41-B395-434B-B3A4-61DEB12D88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0F8E49-0653-D846-951A-61F191014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F92C94-844F-D445-A219-E7AA3A446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A18F-87AE-2B4D-B663-CC8829AC307A}" type="datetimeFigureOut">
              <a:rPr kumimoji="1" lang="zh-CN" altLang="en-US" smtClean="0"/>
              <a:t>2023/5/23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14A11C-3355-8A49-BE1A-A942D526D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17CF59-38AC-0F4D-AEEA-E865D8E28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29328-AC21-F14D-BB46-07B3C8C138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8967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89B6DB-FA03-2E4D-BB01-847066D7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0140BC-A9F8-8140-8F4C-ECA1FC9B9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66EF15-4097-AB41-A9D1-643DDA6D6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4421DA-A661-3149-A375-2244E92B9D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90A2824-F4AA-974E-8583-741722DC27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9E9EA4B-6806-F94E-AB5F-2D222CED7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A18F-87AE-2B4D-B663-CC8829AC307A}" type="datetimeFigureOut">
              <a:rPr kumimoji="1" lang="zh-CN" altLang="en-US" smtClean="0"/>
              <a:t>2023/5/23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389B482-272D-AD40-9F83-9D785ABF9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CAC1BB-006B-3C47-8A34-16289C20D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29328-AC21-F14D-BB46-07B3C8C138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8293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A62F1-7D98-E44C-A526-BE53AED64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B820353-38CB-5E4B-837E-27EA64DA9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A18F-87AE-2B4D-B663-CC8829AC307A}" type="datetimeFigureOut">
              <a:rPr kumimoji="1" lang="zh-CN" altLang="en-US" smtClean="0"/>
              <a:t>2023/5/23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DF3824-23C3-B241-94D4-96EB766FB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1896F9-4D63-9F43-92A2-03708797F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29328-AC21-F14D-BB46-07B3C8C138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7489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66CE817-92D5-AD49-82ED-6189A6583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A18F-87AE-2B4D-B663-CC8829AC307A}" type="datetimeFigureOut">
              <a:rPr kumimoji="1" lang="zh-CN" altLang="en-US" smtClean="0"/>
              <a:t>2023/5/23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C186C4-1211-C041-B5FC-71A6ACCE1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1BDF66-40A5-FE42-8B0F-0BEEF6F38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29328-AC21-F14D-BB46-07B3C8C138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819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EF6AB0-CFD4-354E-B626-B16E03A34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AD0474-74EF-6541-8142-F1E881E96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533574-F187-5B4E-ABC5-8F17A94D85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B09CA7-0309-344A-837B-83E41A36F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A18F-87AE-2B4D-B663-CC8829AC307A}" type="datetimeFigureOut">
              <a:rPr kumimoji="1" lang="zh-CN" altLang="en-US" smtClean="0"/>
              <a:t>2023/5/23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E65C6F-5D0C-7144-82A7-565FE78B0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CDD169-249B-5343-B777-F6FD86D82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29328-AC21-F14D-BB46-07B3C8C138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026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88959F-974D-D34F-9009-9F4B2ABE6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272283F-C095-E647-92F9-1EB5539F85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32B5B6-F967-5C47-A2A4-8B3932F7F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3CC515-2859-1640-990A-302739C9E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A18F-87AE-2B4D-B663-CC8829AC307A}" type="datetimeFigureOut">
              <a:rPr kumimoji="1" lang="zh-CN" altLang="en-US" smtClean="0"/>
              <a:t>2023/5/23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9D2ECB-F893-4C48-BC6A-E9638F440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9EB363-6B90-EB4F-BAE4-D3FF1BAAD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29328-AC21-F14D-BB46-07B3C8C138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5793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F576F3-C24A-1647-9ED3-CDF5AA6D5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EF0689-567C-8142-9987-DB1AE94EB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5B10B0-94CA-0F4A-AC25-A5354D81E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A18F-87AE-2B4D-B663-CC8829AC307A}" type="datetimeFigureOut">
              <a:rPr kumimoji="1" lang="zh-CN" altLang="en-US" smtClean="0"/>
              <a:t>2023/5/23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4B0C88-891E-F948-919E-358E8BB54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4DDB37-1EEF-5348-A5F3-298C04245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29328-AC21-F14D-BB46-07B3C8C138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1842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C419C9-7761-4542-82A4-95889993A0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A33934A-9334-AF4C-8DB5-2BE0076E6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5A0FBF-7457-F34B-B90B-E7CAC366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9A18F-87AE-2B4D-B663-CC8829AC307A}" type="datetimeFigureOut">
              <a:rPr kumimoji="1" lang="zh-CN" altLang="en-US" smtClean="0"/>
              <a:t>2023/5/23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4BB391-AE74-2348-9311-20782A3B4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3F503C-1A04-2144-A766-0D513B85A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29328-AC21-F14D-BB46-07B3C8C138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2871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2DDE3CC-43C6-2C40-AA0D-DC5F87429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7CB511-1A85-754B-A550-C8D7C8C23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B3EBC5-BBFD-2A43-B3B6-956613FF2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69A18F-87AE-2B4D-B663-CC8829AC307A}" type="datetimeFigureOut">
              <a:rPr kumimoji="1" lang="zh-CN" altLang="en-US" smtClean="0"/>
              <a:t>2023/5/23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B4FD38-A559-A648-A9EA-68F2EF04FE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4DA1AE-22DF-F44C-B8EE-08AD35BADA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29328-AC21-F14D-BB46-07B3C8C138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2052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EA4E3F34-08FA-2845-AF86-DED90DEF039E}"/>
              </a:ext>
            </a:extLst>
          </p:cNvPr>
          <p:cNvSpPr/>
          <p:nvPr/>
        </p:nvSpPr>
        <p:spPr>
          <a:xfrm>
            <a:off x="3636579" y="798785"/>
            <a:ext cx="3520966" cy="59909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B4409153-28E8-1746-B741-9BE6924D3F54}"/>
              </a:ext>
            </a:extLst>
          </p:cNvPr>
          <p:cNvSpPr/>
          <p:nvPr/>
        </p:nvSpPr>
        <p:spPr>
          <a:xfrm>
            <a:off x="3972911" y="882868"/>
            <a:ext cx="1282261" cy="430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BBC71CAF-680E-7144-A83E-3481EA889FC4}"/>
              </a:ext>
            </a:extLst>
          </p:cNvPr>
          <p:cNvSpPr/>
          <p:nvPr/>
        </p:nvSpPr>
        <p:spPr>
          <a:xfrm>
            <a:off x="5538952" y="882868"/>
            <a:ext cx="1282261" cy="430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FF1009-F862-CE4B-8975-0F87EBA2AEA2}"/>
              </a:ext>
            </a:extLst>
          </p:cNvPr>
          <p:cNvSpPr/>
          <p:nvPr/>
        </p:nvSpPr>
        <p:spPr>
          <a:xfrm>
            <a:off x="3972911" y="961692"/>
            <a:ext cx="126188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区块文件存储</a:t>
            </a:r>
            <a:endParaRPr lang="zh-CN" altLang="en-US" sz="14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AB6847-9FEB-CA48-A6F0-47ABF78F0499}"/>
              </a:ext>
            </a:extLst>
          </p:cNvPr>
          <p:cNvSpPr/>
          <p:nvPr/>
        </p:nvSpPr>
        <p:spPr>
          <a:xfrm>
            <a:off x="5908213" y="944441"/>
            <a:ext cx="543739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4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缓存</a:t>
            </a: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2373E086-FFBC-DF4A-8489-8113E725BB1F}"/>
              </a:ext>
            </a:extLst>
          </p:cNvPr>
          <p:cNvCxnSpPr>
            <a:cxnSpLocks/>
          </p:cNvCxnSpPr>
          <p:nvPr/>
        </p:nvCxnSpPr>
        <p:spPr>
          <a:xfrm>
            <a:off x="2228193" y="1114092"/>
            <a:ext cx="14083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1A31C178-39D8-5D46-B589-118E045CA971}"/>
              </a:ext>
            </a:extLst>
          </p:cNvPr>
          <p:cNvCxnSpPr>
            <a:cxnSpLocks/>
          </p:cNvCxnSpPr>
          <p:nvPr/>
        </p:nvCxnSpPr>
        <p:spPr>
          <a:xfrm>
            <a:off x="7157545" y="1129855"/>
            <a:ext cx="11876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F9AAD39E-57EF-2148-B3A4-100122AFD2C2}"/>
              </a:ext>
            </a:extLst>
          </p:cNvPr>
          <p:cNvSpPr/>
          <p:nvPr/>
        </p:nvSpPr>
        <p:spPr>
          <a:xfrm>
            <a:off x="2465641" y="790552"/>
            <a:ext cx="90281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提交区块</a:t>
            </a:r>
            <a:endParaRPr lang="zh-CN" altLang="en-US" sz="1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A563D5D-CA43-224F-86B6-7655291CE8BF}"/>
              </a:ext>
            </a:extLst>
          </p:cNvPr>
          <p:cNvSpPr/>
          <p:nvPr/>
        </p:nvSpPr>
        <p:spPr>
          <a:xfrm>
            <a:off x="7432612" y="798785"/>
            <a:ext cx="543739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查询</a:t>
            </a:r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D9B3F0B9-E731-164E-AFCB-16AD7645F595}"/>
              </a:ext>
            </a:extLst>
          </p:cNvPr>
          <p:cNvCxnSpPr>
            <a:cxnSpLocks/>
          </p:cNvCxnSpPr>
          <p:nvPr/>
        </p:nvCxnSpPr>
        <p:spPr>
          <a:xfrm>
            <a:off x="1639614" y="1629103"/>
            <a:ext cx="74203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A19543EA-79D6-2843-BE75-8F4F12480849}"/>
              </a:ext>
            </a:extLst>
          </p:cNvPr>
          <p:cNvCxnSpPr>
            <a:cxnSpLocks/>
          </p:cNvCxnSpPr>
          <p:nvPr/>
        </p:nvCxnSpPr>
        <p:spPr>
          <a:xfrm>
            <a:off x="1639614" y="1629103"/>
            <a:ext cx="0" cy="515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69B2EBD3-B5F4-3A4A-9252-DE9B7A4ED183}"/>
              </a:ext>
            </a:extLst>
          </p:cNvPr>
          <p:cNvCxnSpPr>
            <a:cxnSpLocks/>
          </p:cNvCxnSpPr>
          <p:nvPr/>
        </p:nvCxnSpPr>
        <p:spPr>
          <a:xfrm>
            <a:off x="5365531" y="1397875"/>
            <a:ext cx="0" cy="672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EDC2041D-58FB-3D4B-B0C1-65C66C86B298}"/>
              </a:ext>
            </a:extLst>
          </p:cNvPr>
          <p:cNvCxnSpPr>
            <a:cxnSpLocks/>
          </p:cNvCxnSpPr>
          <p:nvPr/>
        </p:nvCxnSpPr>
        <p:spPr>
          <a:xfrm>
            <a:off x="9059917" y="1629102"/>
            <a:ext cx="0" cy="515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0CBA653F-BB06-174C-9637-1961A0F54181}"/>
              </a:ext>
            </a:extLst>
          </p:cNvPr>
          <p:cNvCxnSpPr>
            <a:cxnSpLocks/>
          </p:cNvCxnSpPr>
          <p:nvPr/>
        </p:nvCxnSpPr>
        <p:spPr>
          <a:xfrm>
            <a:off x="3515597" y="1629102"/>
            <a:ext cx="0" cy="515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F0D12B63-438D-0B45-8258-4A3E29959FAB}"/>
              </a:ext>
            </a:extLst>
          </p:cNvPr>
          <p:cNvCxnSpPr>
            <a:cxnSpLocks/>
          </p:cNvCxnSpPr>
          <p:nvPr/>
        </p:nvCxnSpPr>
        <p:spPr>
          <a:xfrm>
            <a:off x="7157545" y="1629102"/>
            <a:ext cx="0" cy="515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1DB1C95D-1868-E145-BC0E-F350CB9E3E36}"/>
              </a:ext>
            </a:extLst>
          </p:cNvPr>
          <p:cNvSpPr/>
          <p:nvPr/>
        </p:nvSpPr>
        <p:spPr>
          <a:xfrm>
            <a:off x="1024973" y="2249209"/>
            <a:ext cx="1229282" cy="183404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accent5"/>
              </a:solidFill>
            </a:endParaRP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C5878139-4DCC-EA4B-8107-EACC974EBB73}"/>
              </a:ext>
            </a:extLst>
          </p:cNvPr>
          <p:cNvSpPr/>
          <p:nvPr/>
        </p:nvSpPr>
        <p:spPr>
          <a:xfrm>
            <a:off x="1113598" y="2860320"/>
            <a:ext cx="1082348" cy="5123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81A7107-F7E9-4E42-AF30-D3F4DFC3061D}"/>
              </a:ext>
            </a:extLst>
          </p:cNvPr>
          <p:cNvSpPr/>
          <p:nvPr/>
        </p:nvSpPr>
        <p:spPr>
          <a:xfrm>
            <a:off x="1120010" y="2925664"/>
            <a:ext cx="1069525" cy="43088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区块头</a:t>
            </a:r>
            <a:endParaRPr lang="en-US" altLang="zh-CN" sz="11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zh-CN" altLang="en-US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文件存储索引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D2CC56A5-9179-744E-916C-02EA70E89308}"/>
              </a:ext>
            </a:extLst>
          </p:cNvPr>
          <p:cNvSpPr/>
          <p:nvPr/>
        </p:nvSpPr>
        <p:spPr>
          <a:xfrm>
            <a:off x="1113598" y="3477795"/>
            <a:ext cx="1082348" cy="4508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CB8B765-4325-D549-891F-A9F93FC94DDB}"/>
              </a:ext>
            </a:extLst>
          </p:cNvPr>
          <p:cNvSpPr/>
          <p:nvPr/>
        </p:nvSpPr>
        <p:spPr>
          <a:xfrm>
            <a:off x="1280310" y="3497730"/>
            <a:ext cx="748923" cy="43088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交易文件</a:t>
            </a:r>
            <a:endParaRPr lang="en-US" altLang="zh-CN" sz="11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zh-CN" altLang="en-US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存储索引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6D219592-BDF4-AB42-941A-03E0EF947908}"/>
              </a:ext>
            </a:extLst>
          </p:cNvPr>
          <p:cNvSpPr/>
          <p:nvPr/>
        </p:nvSpPr>
        <p:spPr>
          <a:xfrm>
            <a:off x="2964346" y="2249208"/>
            <a:ext cx="1229282" cy="183404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accent5"/>
              </a:solidFill>
            </a:endParaRP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92295B34-77C9-A340-BB47-8AB4BEDDA77B}"/>
              </a:ext>
            </a:extLst>
          </p:cNvPr>
          <p:cNvSpPr/>
          <p:nvPr/>
        </p:nvSpPr>
        <p:spPr>
          <a:xfrm>
            <a:off x="3037813" y="2856626"/>
            <a:ext cx="1082348" cy="4046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C8356EB-F399-7649-9708-4BA62BFAD295}"/>
              </a:ext>
            </a:extLst>
          </p:cNvPr>
          <p:cNvSpPr/>
          <p:nvPr/>
        </p:nvSpPr>
        <p:spPr>
          <a:xfrm>
            <a:off x="3230173" y="2855485"/>
            <a:ext cx="69762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0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世界状态</a:t>
            </a:r>
            <a:endParaRPr lang="en-US" altLang="zh-CN" sz="1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altLang="zh-CN" sz="1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KeyValue</a:t>
            </a:r>
            <a:endParaRPr lang="zh-CN" altLang="en-US" sz="1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8A3A9C41-D54C-E94B-8168-4650E62ABD51}"/>
              </a:ext>
            </a:extLst>
          </p:cNvPr>
          <p:cNvSpPr/>
          <p:nvPr/>
        </p:nvSpPr>
        <p:spPr>
          <a:xfrm>
            <a:off x="3037813" y="3407615"/>
            <a:ext cx="1082348" cy="5254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0F63058-2E2A-014C-A58C-F3DBB80B57FB}"/>
              </a:ext>
            </a:extLst>
          </p:cNvPr>
          <p:cNvSpPr/>
          <p:nvPr/>
        </p:nvSpPr>
        <p:spPr>
          <a:xfrm>
            <a:off x="3133990" y="3457951"/>
            <a:ext cx="889987" cy="43088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1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用户自定义</a:t>
            </a:r>
            <a:endParaRPr lang="en-US" altLang="zh-CN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zh-CN" altLang="en-US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状态数据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D71FA58C-2910-4F4B-8A13-9C192DDF1069}"/>
              </a:ext>
            </a:extLst>
          </p:cNvPr>
          <p:cNvSpPr/>
          <p:nvPr/>
        </p:nvSpPr>
        <p:spPr>
          <a:xfrm>
            <a:off x="4866718" y="2249209"/>
            <a:ext cx="1229282" cy="183404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accent5"/>
              </a:solidFill>
            </a:endParaRP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4E45A6DF-326C-1840-A392-EBB72044BC2C}"/>
              </a:ext>
            </a:extLst>
          </p:cNvPr>
          <p:cNvSpPr/>
          <p:nvPr/>
        </p:nvSpPr>
        <p:spPr>
          <a:xfrm>
            <a:off x="4956117" y="2645485"/>
            <a:ext cx="1018227" cy="3248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8379095-C574-C548-A316-125C59EB4C64}"/>
              </a:ext>
            </a:extLst>
          </p:cNvPr>
          <p:cNvSpPr/>
          <p:nvPr/>
        </p:nvSpPr>
        <p:spPr>
          <a:xfrm>
            <a:off x="5020237" y="2710828"/>
            <a:ext cx="954107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状态修改历史</a:t>
            </a:r>
            <a:endParaRPr lang="zh-CN" altLang="en-US" sz="1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A768B119-4B41-3549-BCF2-0A61FBABDBAD}"/>
              </a:ext>
            </a:extLst>
          </p:cNvPr>
          <p:cNvSpPr/>
          <p:nvPr/>
        </p:nvSpPr>
        <p:spPr>
          <a:xfrm>
            <a:off x="4964535" y="3572401"/>
            <a:ext cx="1018227" cy="356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E547CCF-B62D-2E48-A8CC-E1CEDF8E6976}"/>
              </a:ext>
            </a:extLst>
          </p:cNvPr>
          <p:cNvSpPr/>
          <p:nvPr/>
        </p:nvSpPr>
        <p:spPr>
          <a:xfrm>
            <a:off x="4980300" y="3642588"/>
            <a:ext cx="1031051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合约调用历史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2C9CF3A9-5C4A-BB49-8FAA-4BB4CC046CDB}"/>
              </a:ext>
            </a:extLst>
          </p:cNvPr>
          <p:cNvSpPr/>
          <p:nvPr/>
        </p:nvSpPr>
        <p:spPr>
          <a:xfrm>
            <a:off x="6542904" y="2249208"/>
            <a:ext cx="1229282" cy="183404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accent5"/>
              </a:solidFill>
            </a:endParaRPr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4FE32EA0-9A08-2E46-88C7-1A95C86AEF72}"/>
              </a:ext>
            </a:extLst>
          </p:cNvPr>
          <p:cNvSpPr/>
          <p:nvPr/>
        </p:nvSpPr>
        <p:spPr>
          <a:xfrm>
            <a:off x="6636440" y="3038285"/>
            <a:ext cx="1082348" cy="5341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513894F-9B71-1E46-B73D-BEF65DE3D67C}"/>
              </a:ext>
            </a:extLst>
          </p:cNvPr>
          <p:cNvSpPr/>
          <p:nvPr/>
        </p:nvSpPr>
        <p:spPr>
          <a:xfrm>
            <a:off x="6681330" y="3103628"/>
            <a:ext cx="992579" cy="4154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05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合约结果</a:t>
            </a:r>
            <a:endParaRPr lang="en-US" altLang="zh-CN" sz="105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zh-CN" altLang="en-US" sz="105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文件存储索引</a:t>
            </a:r>
            <a:endParaRPr lang="zh-CN" altLang="en-US" sz="105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51A96D02-473A-7448-8972-CE729075F390}"/>
              </a:ext>
            </a:extLst>
          </p:cNvPr>
          <p:cNvSpPr/>
          <p:nvPr/>
        </p:nvSpPr>
        <p:spPr>
          <a:xfrm>
            <a:off x="8445276" y="2249208"/>
            <a:ext cx="1229282" cy="183404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accent5"/>
              </a:solidFill>
            </a:endParaRPr>
          </a:p>
        </p:txBody>
      </p:sp>
      <p:sp>
        <p:nvSpPr>
          <p:cNvPr id="60" name="圆角矩形 59">
            <a:extLst>
              <a:ext uri="{FF2B5EF4-FFF2-40B4-BE49-F238E27FC236}">
                <a16:creationId xmlns:a16="http://schemas.microsoft.com/office/drawing/2014/main" id="{E426CDB0-DA8B-474C-B0A9-C73BEBA1F35B}"/>
              </a:ext>
            </a:extLst>
          </p:cNvPr>
          <p:cNvSpPr/>
          <p:nvPr/>
        </p:nvSpPr>
        <p:spPr>
          <a:xfrm>
            <a:off x="8518743" y="3082526"/>
            <a:ext cx="1082348" cy="4046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9693553D-5586-CF4E-823C-8A8F63BA63B4}"/>
              </a:ext>
            </a:extLst>
          </p:cNvPr>
          <p:cNvSpPr/>
          <p:nvPr/>
        </p:nvSpPr>
        <p:spPr>
          <a:xfrm>
            <a:off x="8680647" y="3177132"/>
            <a:ext cx="758541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事件日志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16412C5-A4BD-1146-9A97-A1F1A7AE8328}"/>
              </a:ext>
            </a:extLst>
          </p:cNvPr>
          <p:cNvSpPr/>
          <p:nvPr/>
        </p:nvSpPr>
        <p:spPr>
          <a:xfrm>
            <a:off x="1187235" y="2308589"/>
            <a:ext cx="889987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1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区块数据库</a:t>
            </a:r>
            <a:endParaRPr lang="zh-CN" altLang="en-US" sz="11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6C1AC42-B4EE-8C48-8C8E-4D3442E4F98E}"/>
              </a:ext>
            </a:extLst>
          </p:cNvPr>
          <p:cNvSpPr/>
          <p:nvPr/>
        </p:nvSpPr>
        <p:spPr>
          <a:xfrm>
            <a:off x="3121245" y="2291336"/>
            <a:ext cx="889987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1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状态数据库</a:t>
            </a:r>
            <a:endParaRPr lang="zh-CN" altLang="en-US" sz="11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5BB1179-B51C-5C46-A6CD-E9FA37806A91}"/>
              </a:ext>
            </a:extLst>
          </p:cNvPr>
          <p:cNvSpPr/>
          <p:nvPr/>
        </p:nvSpPr>
        <p:spPr>
          <a:xfrm>
            <a:off x="5036365" y="2268178"/>
            <a:ext cx="889988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1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历史数据库</a:t>
            </a:r>
            <a:endParaRPr lang="zh-CN" altLang="en-US" sz="11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EFB9852-B84B-4D4D-94C1-9107AE692D00}"/>
              </a:ext>
            </a:extLst>
          </p:cNvPr>
          <p:cNvSpPr/>
          <p:nvPr/>
        </p:nvSpPr>
        <p:spPr>
          <a:xfrm>
            <a:off x="6712552" y="2259403"/>
            <a:ext cx="889987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1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结果数据库</a:t>
            </a:r>
            <a:endParaRPr lang="zh-CN" altLang="en-US" sz="11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2EE72C8-5F72-EE4E-B4F0-B8DC0AFEB4B2}"/>
              </a:ext>
            </a:extLst>
          </p:cNvPr>
          <p:cNvSpPr/>
          <p:nvPr/>
        </p:nvSpPr>
        <p:spPr>
          <a:xfrm>
            <a:off x="8614923" y="2291336"/>
            <a:ext cx="889987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1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事件数据库</a:t>
            </a:r>
            <a:endParaRPr lang="zh-CN" altLang="en-US" sz="11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FAA75287-762C-CF44-B7DC-62AB3E61C232}"/>
              </a:ext>
            </a:extLst>
          </p:cNvPr>
          <p:cNvSpPr/>
          <p:nvPr/>
        </p:nvSpPr>
        <p:spPr>
          <a:xfrm>
            <a:off x="4971882" y="3107491"/>
            <a:ext cx="1018227" cy="356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364376C-9236-5F4A-BA3F-37240D89917C}"/>
              </a:ext>
            </a:extLst>
          </p:cNvPr>
          <p:cNvSpPr/>
          <p:nvPr/>
        </p:nvSpPr>
        <p:spPr>
          <a:xfrm>
            <a:off x="4987647" y="3177678"/>
            <a:ext cx="1031052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账户修改历史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36E889F7-99D2-2441-AA48-3743AE802E04}"/>
              </a:ext>
            </a:extLst>
          </p:cNvPr>
          <p:cNvSpPr/>
          <p:nvPr/>
        </p:nvSpPr>
        <p:spPr>
          <a:xfrm>
            <a:off x="1072160" y="4403812"/>
            <a:ext cx="8602398" cy="82508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CB5164A4-B502-7F41-A011-CEDB01348E74}"/>
              </a:ext>
            </a:extLst>
          </p:cNvPr>
          <p:cNvSpPr/>
          <p:nvPr/>
        </p:nvSpPr>
        <p:spPr>
          <a:xfrm>
            <a:off x="5050166" y="4423730"/>
            <a:ext cx="906017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DB Provider</a:t>
            </a:r>
            <a:endParaRPr lang="zh-CN" altLang="en-US" sz="11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143BFFDF-2DF0-1C49-B7B8-68E42DBAC994}"/>
              </a:ext>
            </a:extLst>
          </p:cNvPr>
          <p:cNvSpPr/>
          <p:nvPr/>
        </p:nvSpPr>
        <p:spPr>
          <a:xfrm>
            <a:off x="1187235" y="4681581"/>
            <a:ext cx="1074007" cy="412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B2D9449-319E-AE44-9A26-477255FFD0EF}"/>
              </a:ext>
            </a:extLst>
          </p:cNvPr>
          <p:cNvSpPr/>
          <p:nvPr/>
        </p:nvSpPr>
        <p:spPr>
          <a:xfrm>
            <a:off x="1381545" y="4753078"/>
            <a:ext cx="668774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LevelDB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5EB5EA56-3D06-7A45-93E7-39E5C7242973}"/>
              </a:ext>
            </a:extLst>
          </p:cNvPr>
          <p:cNvSpPr/>
          <p:nvPr/>
        </p:nvSpPr>
        <p:spPr>
          <a:xfrm>
            <a:off x="2377119" y="4689893"/>
            <a:ext cx="1074007" cy="412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752F1FC6-3F40-6044-93D0-10A279126A09}"/>
              </a:ext>
            </a:extLst>
          </p:cNvPr>
          <p:cNvSpPr/>
          <p:nvPr/>
        </p:nvSpPr>
        <p:spPr>
          <a:xfrm>
            <a:off x="2508912" y="4761390"/>
            <a:ext cx="793808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BadgerDB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5" name="圆角矩形 74">
            <a:extLst>
              <a:ext uri="{FF2B5EF4-FFF2-40B4-BE49-F238E27FC236}">
                <a16:creationId xmlns:a16="http://schemas.microsoft.com/office/drawing/2014/main" id="{60F1256B-10D4-1941-8982-1AFA631BD7F7}"/>
              </a:ext>
            </a:extLst>
          </p:cNvPr>
          <p:cNvSpPr/>
          <p:nvPr/>
        </p:nvSpPr>
        <p:spPr>
          <a:xfrm>
            <a:off x="3561140" y="4676304"/>
            <a:ext cx="1074007" cy="412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9B5817A-5B40-A14E-8A8A-69D4EA8605A1}"/>
              </a:ext>
            </a:extLst>
          </p:cNvPr>
          <p:cNvSpPr/>
          <p:nvPr/>
        </p:nvSpPr>
        <p:spPr>
          <a:xfrm>
            <a:off x="3927800" y="4774302"/>
            <a:ext cx="421911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Tikv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7" name="圆角矩形 76">
            <a:extLst>
              <a:ext uri="{FF2B5EF4-FFF2-40B4-BE49-F238E27FC236}">
                <a16:creationId xmlns:a16="http://schemas.microsoft.com/office/drawing/2014/main" id="{1E398318-ACB9-7B40-BAF8-35F0C9D4A3AF}"/>
              </a:ext>
            </a:extLst>
          </p:cNvPr>
          <p:cNvSpPr/>
          <p:nvPr/>
        </p:nvSpPr>
        <p:spPr>
          <a:xfrm>
            <a:off x="5185304" y="4689893"/>
            <a:ext cx="4319606" cy="412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EE2402F-AF3C-6743-AE9A-DF6FD693A161}"/>
              </a:ext>
            </a:extLst>
          </p:cNvPr>
          <p:cNvSpPr/>
          <p:nvPr/>
        </p:nvSpPr>
        <p:spPr>
          <a:xfrm>
            <a:off x="5317097" y="4761390"/>
            <a:ext cx="694254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SQL DB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1" name="圆角矩形 80">
            <a:extLst>
              <a:ext uri="{FF2B5EF4-FFF2-40B4-BE49-F238E27FC236}">
                <a16:creationId xmlns:a16="http://schemas.microsoft.com/office/drawing/2014/main" id="{508B7A71-54B8-4048-8475-64BCA3E26BEE}"/>
              </a:ext>
            </a:extLst>
          </p:cNvPr>
          <p:cNvSpPr/>
          <p:nvPr/>
        </p:nvSpPr>
        <p:spPr>
          <a:xfrm>
            <a:off x="6059880" y="4753078"/>
            <a:ext cx="694254" cy="28887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14A9D946-237D-9D4A-8A88-F5B8287A147F}"/>
              </a:ext>
            </a:extLst>
          </p:cNvPr>
          <p:cNvSpPr/>
          <p:nvPr/>
        </p:nvSpPr>
        <p:spPr>
          <a:xfrm>
            <a:off x="6086617" y="4774715"/>
            <a:ext cx="625935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1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Mysql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3" name="圆角矩形 82">
            <a:extLst>
              <a:ext uri="{FF2B5EF4-FFF2-40B4-BE49-F238E27FC236}">
                <a16:creationId xmlns:a16="http://schemas.microsoft.com/office/drawing/2014/main" id="{58FDF7C7-B3E7-7E4B-9AA9-61C5E95AC0B6}"/>
              </a:ext>
            </a:extLst>
          </p:cNvPr>
          <p:cNvSpPr/>
          <p:nvPr/>
        </p:nvSpPr>
        <p:spPr>
          <a:xfrm>
            <a:off x="6953421" y="4748027"/>
            <a:ext cx="694254" cy="28887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4D94D143-533A-C240-B748-10500E9FF77D}"/>
              </a:ext>
            </a:extLst>
          </p:cNvPr>
          <p:cNvSpPr/>
          <p:nvPr/>
        </p:nvSpPr>
        <p:spPr>
          <a:xfrm>
            <a:off x="6980159" y="4769664"/>
            <a:ext cx="590216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Sqlite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5" name="圆角矩形 84">
            <a:extLst>
              <a:ext uri="{FF2B5EF4-FFF2-40B4-BE49-F238E27FC236}">
                <a16:creationId xmlns:a16="http://schemas.microsoft.com/office/drawing/2014/main" id="{FF349910-63FF-344A-BDE6-FD56B8967DBB}"/>
              </a:ext>
            </a:extLst>
          </p:cNvPr>
          <p:cNvSpPr/>
          <p:nvPr/>
        </p:nvSpPr>
        <p:spPr>
          <a:xfrm>
            <a:off x="7828322" y="4764129"/>
            <a:ext cx="1189692" cy="28887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7E59C6A5-9A70-1C46-9D35-238E4364332D}"/>
              </a:ext>
            </a:extLst>
          </p:cNvPr>
          <p:cNvSpPr/>
          <p:nvPr/>
        </p:nvSpPr>
        <p:spPr>
          <a:xfrm>
            <a:off x="7869904" y="4791392"/>
            <a:ext cx="977026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11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其他数据库</a:t>
            </a:r>
          </a:p>
        </p:txBody>
      </p:sp>
    </p:spTree>
    <p:extLst>
      <p:ext uri="{BB962C8B-B14F-4D97-AF65-F5344CB8AC3E}">
        <p14:creationId xmlns:p14="http://schemas.microsoft.com/office/powerpoint/2010/main" val="2362726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圆角矩形 57">
            <a:extLst>
              <a:ext uri="{FF2B5EF4-FFF2-40B4-BE49-F238E27FC236}">
                <a16:creationId xmlns:a16="http://schemas.microsoft.com/office/drawing/2014/main" id="{15561ABC-807B-8EF0-5C0F-764A94F62840}"/>
              </a:ext>
            </a:extLst>
          </p:cNvPr>
          <p:cNvSpPr/>
          <p:nvPr/>
        </p:nvSpPr>
        <p:spPr>
          <a:xfrm>
            <a:off x="3489418" y="1426962"/>
            <a:ext cx="2021759" cy="297711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EA4E3F34-08FA-2845-AF86-DED90DEF039E}"/>
              </a:ext>
            </a:extLst>
          </p:cNvPr>
          <p:cNvSpPr/>
          <p:nvPr/>
        </p:nvSpPr>
        <p:spPr>
          <a:xfrm>
            <a:off x="6242619" y="654004"/>
            <a:ext cx="1826672" cy="63641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B4409153-28E8-1746-B741-9BE6924D3F54}"/>
              </a:ext>
            </a:extLst>
          </p:cNvPr>
          <p:cNvSpPr/>
          <p:nvPr/>
        </p:nvSpPr>
        <p:spPr>
          <a:xfrm>
            <a:off x="6510746" y="753849"/>
            <a:ext cx="1282261" cy="430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FF1009-F862-CE4B-8975-0F87EBA2AEA2}"/>
              </a:ext>
            </a:extLst>
          </p:cNvPr>
          <p:cNvSpPr/>
          <p:nvPr/>
        </p:nvSpPr>
        <p:spPr>
          <a:xfrm>
            <a:off x="6510746" y="832673"/>
            <a:ext cx="126188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区块文件存储</a:t>
            </a:r>
            <a:endParaRPr lang="zh-CN" altLang="en-US" sz="14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2373E086-FFBC-DF4A-8489-8113E725BB1F}"/>
              </a:ext>
            </a:extLst>
          </p:cNvPr>
          <p:cNvCxnSpPr>
            <a:cxnSpLocks/>
          </p:cNvCxnSpPr>
          <p:nvPr/>
        </p:nvCxnSpPr>
        <p:spPr>
          <a:xfrm>
            <a:off x="4160520" y="969312"/>
            <a:ext cx="20820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F9AAD39E-57EF-2148-B3A4-100122AFD2C2}"/>
              </a:ext>
            </a:extLst>
          </p:cNvPr>
          <p:cNvSpPr/>
          <p:nvPr/>
        </p:nvSpPr>
        <p:spPr>
          <a:xfrm>
            <a:off x="5071681" y="645772"/>
            <a:ext cx="90281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提交区块</a:t>
            </a:r>
            <a:endParaRPr lang="zh-CN" altLang="en-US" sz="1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29E3211A-8E2A-13F2-8F65-1D41024253FC}"/>
              </a:ext>
            </a:extLst>
          </p:cNvPr>
          <p:cNvSpPr/>
          <p:nvPr/>
        </p:nvSpPr>
        <p:spPr>
          <a:xfrm>
            <a:off x="3563008" y="1938391"/>
            <a:ext cx="1826672" cy="63641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A426317F-D673-B7FE-F073-49885DA33CB8}"/>
              </a:ext>
            </a:extLst>
          </p:cNvPr>
          <p:cNvSpPr/>
          <p:nvPr/>
        </p:nvSpPr>
        <p:spPr>
          <a:xfrm>
            <a:off x="3831135" y="2038236"/>
            <a:ext cx="1282261" cy="430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4883D6-8DB3-6388-94D8-63C1C3BD2466}"/>
              </a:ext>
            </a:extLst>
          </p:cNvPr>
          <p:cNvSpPr/>
          <p:nvPr/>
        </p:nvSpPr>
        <p:spPr>
          <a:xfrm>
            <a:off x="4010674" y="2117060"/>
            <a:ext cx="90281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4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存储区块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D31639A-7CB9-D358-ED2B-7879405D27D9}"/>
              </a:ext>
            </a:extLst>
          </p:cNvPr>
          <p:cNvSpPr/>
          <p:nvPr/>
        </p:nvSpPr>
        <p:spPr>
          <a:xfrm>
            <a:off x="6242619" y="3578673"/>
            <a:ext cx="1826672" cy="63641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913205EE-64AC-4243-B6F7-6A8AD7CF2B94}"/>
              </a:ext>
            </a:extLst>
          </p:cNvPr>
          <p:cNvSpPr/>
          <p:nvPr/>
        </p:nvSpPr>
        <p:spPr>
          <a:xfrm>
            <a:off x="6510746" y="3678518"/>
            <a:ext cx="1282261" cy="430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690DBB3-7890-6E59-C433-B63928DB0D5C}"/>
              </a:ext>
            </a:extLst>
          </p:cNvPr>
          <p:cNvSpPr/>
          <p:nvPr/>
        </p:nvSpPr>
        <p:spPr>
          <a:xfrm>
            <a:off x="6689484" y="3757342"/>
            <a:ext cx="90441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4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bfdb</a:t>
            </a:r>
            <a:r>
              <a:rPr lang="zh-CN" altLang="en-US" sz="14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存储</a:t>
            </a: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E3F7F08F-6C8D-2E2C-6C40-FC4DFB8E3338}"/>
              </a:ext>
            </a:extLst>
          </p:cNvPr>
          <p:cNvCxnSpPr>
            <a:cxnSpLocks/>
            <a:stCxn id="19" idx="1"/>
            <a:endCxn id="2" idx="3"/>
          </p:cNvCxnSpPr>
          <p:nvPr/>
        </p:nvCxnSpPr>
        <p:spPr>
          <a:xfrm flipH="1">
            <a:off x="5389680" y="2242968"/>
            <a:ext cx="1047532" cy="13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75DEA0CC-289D-B1DF-481E-1F65BDFD5F87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5354298" y="3896879"/>
            <a:ext cx="888321" cy="10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2B4537EE-EF09-5322-20A8-4A37F4BCC9E3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7155955" y="1290415"/>
            <a:ext cx="0" cy="499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C5C4CCBB-E52D-6EC7-BA25-9CBFD6D28BD9}"/>
              </a:ext>
            </a:extLst>
          </p:cNvPr>
          <p:cNvSpPr/>
          <p:nvPr/>
        </p:nvSpPr>
        <p:spPr>
          <a:xfrm>
            <a:off x="5568555" y="5259229"/>
            <a:ext cx="3235142" cy="63641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D7F9BAA3-B1D6-EE6A-9A0A-E623BD9AE541}"/>
              </a:ext>
            </a:extLst>
          </p:cNvPr>
          <p:cNvSpPr/>
          <p:nvPr/>
        </p:nvSpPr>
        <p:spPr>
          <a:xfrm>
            <a:off x="5839990" y="5361973"/>
            <a:ext cx="2692272" cy="430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54C66FD-FDCF-D036-FFEF-72ADE8A23C07}"/>
              </a:ext>
            </a:extLst>
          </p:cNvPr>
          <p:cNvSpPr/>
          <p:nvPr/>
        </p:nvSpPr>
        <p:spPr>
          <a:xfrm>
            <a:off x="5897953" y="5437557"/>
            <a:ext cx="257634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4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blockdb</a:t>
            </a:r>
            <a:r>
              <a:rPr lang="en-US" altLang="zh-CN" sz="1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/resultdb</a:t>
            </a:r>
            <a:r>
              <a:rPr lang="zh-CN" altLang="en-US" sz="1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等业务数据库</a:t>
            </a:r>
            <a:endParaRPr lang="zh-CN" altLang="en-US" sz="14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3ECDEA8C-C0CE-2453-A020-86D9173AAAD0}"/>
              </a:ext>
            </a:extLst>
          </p:cNvPr>
          <p:cNvCxnSpPr>
            <a:cxnSpLocks/>
            <a:stCxn id="12" idx="2"/>
            <a:endCxn id="38" idx="0"/>
          </p:cNvCxnSpPr>
          <p:nvPr/>
        </p:nvCxnSpPr>
        <p:spPr>
          <a:xfrm>
            <a:off x="7155955" y="4215084"/>
            <a:ext cx="30171" cy="1044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矩形 79">
            <a:extLst>
              <a:ext uri="{FF2B5EF4-FFF2-40B4-BE49-F238E27FC236}">
                <a16:creationId xmlns:a16="http://schemas.microsoft.com/office/drawing/2014/main" id="{72F3CB46-166B-AF88-13F5-49E972F410A7}"/>
              </a:ext>
            </a:extLst>
          </p:cNvPr>
          <p:cNvSpPr/>
          <p:nvPr/>
        </p:nvSpPr>
        <p:spPr>
          <a:xfrm>
            <a:off x="5749686" y="1942005"/>
            <a:ext cx="36420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D0D74E-97C5-015B-8DA9-AD27C30C2C29}"/>
              </a:ext>
            </a:extLst>
          </p:cNvPr>
          <p:cNvSpPr/>
          <p:nvPr/>
        </p:nvSpPr>
        <p:spPr>
          <a:xfrm>
            <a:off x="5957987" y="1482480"/>
            <a:ext cx="18473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zh-CN" altLang="en-US" sz="1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9" name="决策 18">
            <a:extLst>
              <a:ext uri="{FF2B5EF4-FFF2-40B4-BE49-F238E27FC236}">
                <a16:creationId xmlns:a16="http://schemas.microsoft.com/office/drawing/2014/main" id="{2F860264-A095-90BF-4629-418F22A0C529}"/>
              </a:ext>
            </a:extLst>
          </p:cNvPr>
          <p:cNvSpPr/>
          <p:nvPr/>
        </p:nvSpPr>
        <p:spPr>
          <a:xfrm>
            <a:off x="6437212" y="1803115"/>
            <a:ext cx="1437486" cy="879705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81E8A00-8FB0-3178-12A7-709AECF17F36}"/>
              </a:ext>
            </a:extLst>
          </p:cNvPr>
          <p:cNvSpPr/>
          <p:nvPr/>
        </p:nvSpPr>
        <p:spPr>
          <a:xfrm>
            <a:off x="6525012" y="1949361"/>
            <a:ext cx="126188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是否开启</a:t>
            </a:r>
            <a:endParaRPr lang="en-US" altLang="zh-CN" sz="14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zh-CN" altLang="en-US" sz="14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区块临时存储</a:t>
            </a: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53D9DBC3-EB75-0F56-BB25-B24F4F4627EB}"/>
              </a:ext>
            </a:extLst>
          </p:cNvPr>
          <p:cNvCxnSpPr>
            <a:cxnSpLocks/>
            <a:stCxn id="19" idx="2"/>
            <a:endCxn id="12" idx="0"/>
          </p:cNvCxnSpPr>
          <p:nvPr/>
        </p:nvCxnSpPr>
        <p:spPr>
          <a:xfrm>
            <a:off x="7155955" y="2682820"/>
            <a:ext cx="0" cy="895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DF259FAD-B933-FAE3-A3E9-6B67DF94D15C}"/>
              </a:ext>
            </a:extLst>
          </p:cNvPr>
          <p:cNvSpPr/>
          <p:nvPr/>
        </p:nvSpPr>
        <p:spPr>
          <a:xfrm>
            <a:off x="6821924" y="2958444"/>
            <a:ext cx="36420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否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44C30BE6-809E-B228-EA04-3877F8E17BBA}"/>
              </a:ext>
            </a:extLst>
          </p:cNvPr>
          <p:cNvSpPr/>
          <p:nvPr/>
        </p:nvSpPr>
        <p:spPr>
          <a:xfrm>
            <a:off x="3525752" y="3575107"/>
            <a:ext cx="1826672" cy="63641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E9FB861E-2A50-88DB-2046-B40C0C6ECC76}"/>
              </a:ext>
            </a:extLst>
          </p:cNvPr>
          <p:cNvSpPr/>
          <p:nvPr/>
        </p:nvSpPr>
        <p:spPr>
          <a:xfrm>
            <a:off x="3793879" y="3674952"/>
            <a:ext cx="1282261" cy="430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9AE9E15-BCB1-362A-0CC3-5691C0848A32}"/>
              </a:ext>
            </a:extLst>
          </p:cNvPr>
          <p:cNvSpPr/>
          <p:nvPr/>
        </p:nvSpPr>
        <p:spPr>
          <a:xfrm>
            <a:off x="3886056" y="3753776"/>
            <a:ext cx="1077539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4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转存</a:t>
            </a:r>
            <a:r>
              <a:rPr lang="en-US" altLang="zh-CN" sz="14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xxx.fdb</a:t>
            </a:r>
            <a:endParaRPr lang="zh-CN" altLang="en-US" sz="14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2A0328D7-2606-4B31-9C98-1FD2BAB135FD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4476344" y="2574802"/>
            <a:ext cx="300" cy="1007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71A4605A-5932-91D4-840A-33E4D2DE11D5}"/>
              </a:ext>
            </a:extLst>
          </p:cNvPr>
          <p:cNvSpPr/>
          <p:nvPr/>
        </p:nvSpPr>
        <p:spPr>
          <a:xfrm>
            <a:off x="7083993" y="1414521"/>
            <a:ext cx="543739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区块</a:t>
            </a:r>
            <a:endParaRPr lang="zh-CN" altLang="en-US" sz="1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C517B83-917E-FABD-BA62-20F91D5F7BE8}"/>
              </a:ext>
            </a:extLst>
          </p:cNvPr>
          <p:cNvSpPr/>
          <p:nvPr/>
        </p:nvSpPr>
        <p:spPr>
          <a:xfrm>
            <a:off x="5598978" y="2268120"/>
            <a:ext cx="543739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区块</a:t>
            </a:r>
            <a:endParaRPr lang="zh-CN" altLang="en-US" sz="1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01C0D4C-345E-95AE-E781-AFDFB456CC1B}"/>
              </a:ext>
            </a:extLst>
          </p:cNvPr>
          <p:cNvSpPr/>
          <p:nvPr/>
        </p:nvSpPr>
        <p:spPr>
          <a:xfrm>
            <a:off x="7083993" y="2821709"/>
            <a:ext cx="543739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区块</a:t>
            </a:r>
            <a:endParaRPr lang="zh-CN" altLang="en-US" sz="1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9A9FE6C-68BD-3330-108E-212ACF76D43C}"/>
              </a:ext>
            </a:extLst>
          </p:cNvPr>
          <p:cNvSpPr/>
          <p:nvPr/>
        </p:nvSpPr>
        <p:spPr>
          <a:xfrm>
            <a:off x="4479317" y="2931705"/>
            <a:ext cx="718466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xxx.fdb</a:t>
            </a:r>
            <a:endParaRPr lang="zh-CN" altLang="en-US" sz="1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406BDA5-39AB-0C03-ACCA-95374A1E18D9}"/>
              </a:ext>
            </a:extLst>
          </p:cNvPr>
          <p:cNvSpPr/>
          <p:nvPr/>
        </p:nvSpPr>
        <p:spPr>
          <a:xfrm>
            <a:off x="571515" y="154584"/>
            <a:ext cx="130516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区块临时存储</a:t>
            </a:r>
            <a:endParaRPr lang="zh-CN" altLang="en-US" sz="1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CD78E27C-E977-30D0-FD63-4FC92C09FD0B}"/>
              </a:ext>
            </a:extLst>
          </p:cNvPr>
          <p:cNvSpPr/>
          <p:nvPr/>
        </p:nvSpPr>
        <p:spPr>
          <a:xfrm>
            <a:off x="3711546" y="1476463"/>
            <a:ext cx="130516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区块临时存储</a:t>
            </a:r>
            <a:endParaRPr lang="zh-CN" altLang="en-US" sz="1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19704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EA4E3F34-08FA-2845-AF86-DED90DEF039E}"/>
              </a:ext>
            </a:extLst>
          </p:cNvPr>
          <p:cNvSpPr/>
          <p:nvPr/>
        </p:nvSpPr>
        <p:spPr>
          <a:xfrm>
            <a:off x="3636579" y="798785"/>
            <a:ext cx="3520966" cy="59909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B4409153-28E8-1746-B741-9BE6924D3F54}"/>
              </a:ext>
            </a:extLst>
          </p:cNvPr>
          <p:cNvSpPr/>
          <p:nvPr/>
        </p:nvSpPr>
        <p:spPr>
          <a:xfrm>
            <a:off x="3972911" y="882868"/>
            <a:ext cx="1282261" cy="430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BBC71CAF-680E-7144-A83E-3481EA889FC4}"/>
              </a:ext>
            </a:extLst>
          </p:cNvPr>
          <p:cNvSpPr/>
          <p:nvPr/>
        </p:nvSpPr>
        <p:spPr>
          <a:xfrm>
            <a:off x="5538952" y="882868"/>
            <a:ext cx="1282261" cy="4309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FF1009-F862-CE4B-8975-0F87EBA2AEA2}"/>
              </a:ext>
            </a:extLst>
          </p:cNvPr>
          <p:cNvSpPr/>
          <p:nvPr/>
        </p:nvSpPr>
        <p:spPr>
          <a:xfrm>
            <a:off x="4089129" y="961692"/>
            <a:ext cx="1029449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区块</a:t>
            </a:r>
            <a:r>
              <a:rPr lang="en-US" altLang="zh-CN" sz="1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Binlog</a:t>
            </a:r>
            <a:endParaRPr lang="zh-CN" altLang="en-US" sz="14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AB6847-9FEB-CA48-A6F0-47ABF78F0499}"/>
              </a:ext>
            </a:extLst>
          </p:cNvPr>
          <p:cNvSpPr/>
          <p:nvPr/>
        </p:nvSpPr>
        <p:spPr>
          <a:xfrm>
            <a:off x="5908213" y="944441"/>
            <a:ext cx="543739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4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缓存</a:t>
            </a: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2373E086-FFBC-DF4A-8489-8113E725BB1F}"/>
              </a:ext>
            </a:extLst>
          </p:cNvPr>
          <p:cNvCxnSpPr>
            <a:cxnSpLocks/>
          </p:cNvCxnSpPr>
          <p:nvPr/>
        </p:nvCxnSpPr>
        <p:spPr>
          <a:xfrm>
            <a:off x="2228193" y="1114092"/>
            <a:ext cx="14083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1A31C178-39D8-5D46-B589-118E045CA971}"/>
              </a:ext>
            </a:extLst>
          </p:cNvPr>
          <p:cNvCxnSpPr>
            <a:cxnSpLocks/>
          </p:cNvCxnSpPr>
          <p:nvPr/>
        </p:nvCxnSpPr>
        <p:spPr>
          <a:xfrm>
            <a:off x="7157545" y="1129855"/>
            <a:ext cx="11876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F9AAD39E-57EF-2148-B3A4-100122AFD2C2}"/>
              </a:ext>
            </a:extLst>
          </p:cNvPr>
          <p:cNvSpPr/>
          <p:nvPr/>
        </p:nvSpPr>
        <p:spPr>
          <a:xfrm>
            <a:off x="2465641" y="790552"/>
            <a:ext cx="902811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提交区块</a:t>
            </a:r>
            <a:endParaRPr lang="zh-CN" altLang="en-US" sz="1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A563D5D-CA43-224F-86B6-7655291CE8BF}"/>
              </a:ext>
            </a:extLst>
          </p:cNvPr>
          <p:cNvSpPr/>
          <p:nvPr/>
        </p:nvSpPr>
        <p:spPr>
          <a:xfrm>
            <a:off x="7432612" y="798785"/>
            <a:ext cx="543739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查询</a:t>
            </a:r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D9B3F0B9-E731-164E-AFCB-16AD7645F595}"/>
              </a:ext>
            </a:extLst>
          </p:cNvPr>
          <p:cNvCxnSpPr>
            <a:cxnSpLocks/>
          </p:cNvCxnSpPr>
          <p:nvPr/>
        </p:nvCxnSpPr>
        <p:spPr>
          <a:xfrm>
            <a:off x="1639614" y="1629103"/>
            <a:ext cx="74203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A19543EA-79D6-2843-BE75-8F4F12480849}"/>
              </a:ext>
            </a:extLst>
          </p:cNvPr>
          <p:cNvCxnSpPr>
            <a:cxnSpLocks/>
          </p:cNvCxnSpPr>
          <p:nvPr/>
        </p:nvCxnSpPr>
        <p:spPr>
          <a:xfrm>
            <a:off x="1639614" y="1629103"/>
            <a:ext cx="0" cy="515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69B2EBD3-B5F4-3A4A-9252-DE9B7A4ED183}"/>
              </a:ext>
            </a:extLst>
          </p:cNvPr>
          <p:cNvCxnSpPr>
            <a:cxnSpLocks/>
          </p:cNvCxnSpPr>
          <p:nvPr/>
        </p:nvCxnSpPr>
        <p:spPr>
          <a:xfrm>
            <a:off x="5365531" y="1397875"/>
            <a:ext cx="0" cy="672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EDC2041D-58FB-3D4B-B0C1-65C66C86B298}"/>
              </a:ext>
            </a:extLst>
          </p:cNvPr>
          <p:cNvCxnSpPr>
            <a:cxnSpLocks/>
          </p:cNvCxnSpPr>
          <p:nvPr/>
        </p:nvCxnSpPr>
        <p:spPr>
          <a:xfrm>
            <a:off x="9059917" y="1629102"/>
            <a:ext cx="0" cy="515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0CBA653F-BB06-174C-9637-1961A0F54181}"/>
              </a:ext>
            </a:extLst>
          </p:cNvPr>
          <p:cNvCxnSpPr>
            <a:cxnSpLocks/>
          </p:cNvCxnSpPr>
          <p:nvPr/>
        </p:nvCxnSpPr>
        <p:spPr>
          <a:xfrm>
            <a:off x="3515597" y="1629102"/>
            <a:ext cx="0" cy="515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F0D12B63-438D-0B45-8258-4A3E29959FAB}"/>
              </a:ext>
            </a:extLst>
          </p:cNvPr>
          <p:cNvCxnSpPr>
            <a:cxnSpLocks/>
          </p:cNvCxnSpPr>
          <p:nvPr/>
        </p:nvCxnSpPr>
        <p:spPr>
          <a:xfrm>
            <a:off x="7157545" y="1629102"/>
            <a:ext cx="0" cy="515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1DB1C95D-1868-E145-BC0E-F350CB9E3E36}"/>
              </a:ext>
            </a:extLst>
          </p:cNvPr>
          <p:cNvSpPr/>
          <p:nvPr/>
        </p:nvSpPr>
        <p:spPr>
          <a:xfrm>
            <a:off x="1024973" y="2249209"/>
            <a:ext cx="1229282" cy="183404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accent5"/>
              </a:solidFill>
            </a:endParaRP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C5878139-4DCC-EA4B-8107-EACC974EBB73}"/>
              </a:ext>
            </a:extLst>
          </p:cNvPr>
          <p:cNvSpPr/>
          <p:nvPr/>
        </p:nvSpPr>
        <p:spPr>
          <a:xfrm>
            <a:off x="1113598" y="2860320"/>
            <a:ext cx="1082348" cy="5123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81A7107-F7E9-4E42-AF30-D3F4DFC3061D}"/>
              </a:ext>
            </a:extLst>
          </p:cNvPr>
          <p:cNvSpPr/>
          <p:nvPr/>
        </p:nvSpPr>
        <p:spPr>
          <a:xfrm>
            <a:off x="1120010" y="2925664"/>
            <a:ext cx="1069525" cy="43088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区块头</a:t>
            </a:r>
            <a:endParaRPr lang="en-US" altLang="zh-CN" sz="11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zh-CN" altLang="en-US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文件存储索引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D2CC56A5-9179-744E-916C-02EA70E89308}"/>
              </a:ext>
            </a:extLst>
          </p:cNvPr>
          <p:cNvSpPr/>
          <p:nvPr/>
        </p:nvSpPr>
        <p:spPr>
          <a:xfrm>
            <a:off x="1113598" y="3477795"/>
            <a:ext cx="1082348" cy="4508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CB8B765-4325-D549-891F-A9F93FC94DDB}"/>
              </a:ext>
            </a:extLst>
          </p:cNvPr>
          <p:cNvSpPr/>
          <p:nvPr/>
        </p:nvSpPr>
        <p:spPr>
          <a:xfrm>
            <a:off x="1280310" y="3497730"/>
            <a:ext cx="748923" cy="43088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交易文件</a:t>
            </a:r>
            <a:endParaRPr lang="en-US" altLang="zh-CN" sz="11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zh-CN" altLang="en-US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存储索引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6D219592-BDF4-AB42-941A-03E0EF947908}"/>
              </a:ext>
            </a:extLst>
          </p:cNvPr>
          <p:cNvSpPr/>
          <p:nvPr/>
        </p:nvSpPr>
        <p:spPr>
          <a:xfrm>
            <a:off x="2964346" y="2249208"/>
            <a:ext cx="1229282" cy="183404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accent5"/>
              </a:solidFill>
            </a:endParaRP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92295B34-77C9-A340-BB47-8AB4BEDDA77B}"/>
              </a:ext>
            </a:extLst>
          </p:cNvPr>
          <p:cNvSpPr/>
          <p:nvPr/>
        </p:nvSpPr>
        <p:spPr>
          <a:xfrm>
            <a:off x="3037813" y="2856626"/>
            <a:ext cx="1082348" cy="4046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C8356EB-F399-7649-9708-4BA62BFAD295}"/>
              </a:ext>
            </a:extLst>
          </p:cNvPr>
          <p:cNvSpPr/>
          <p:nvPr/>
        </p:nvSpPr>
        <p:spPr>
          <a:xfrm>
            <a:off x="3230173" y="2855485"/>
            <a:ext cx="69762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0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世界状态</a:t>
            </a:r>
            <a:endParaRPr lang="en-US" altLang="zh-CN" sz="1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altLang="zh-CN" sz="1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KeyValue</a:t>
            </a:r>
            <a:endParaRPr lang="zh-CN" altLang="en-US" sz="1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8A3A9C41-D54C-E94B-8168-4650E62ABD51}"/>
              </a:ext>
            </a:extLst>
          </p:cNvPr>
          <p:cNvSpPr/>
          <p:nvPr/>
        </p:nvSpPr>
        <p:spPr>
          <a:xfrm>
            <a:off x="3037813" y="3407615"/>
            <a:ext cx="1082348" cy="5254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0F63058-2E2A-014C-A58C-F3DBB80B57FB}"/>
              </a:ext>
            </a:extLst>
          </p:cNvPr>
          <p:cNvSpPr/>
          <p:nvPr/>
        </p:nvSpPr>
        <p:spPr>
          <a:xfrm>
            <a:off x="3133990" y="3457951"/>
            <a:ext cx="889987" cy="43088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1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用户自定义</a:t>
            </a:r>
            <a:endParaRPr lang="en-US" altLang="zh-CN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zh-CN" altLang="en-US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状态数据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D71FA58C-2910-4F4B-8A13-9C192DDF1069}"/>
              </a:ext>
            </a:extLst>
          </p:cNvPr>
          <p:cNvSpPr/>
          <p:nvPr/>
        </p:nvSpPr>
        <p:spPr>
          <a:xfrm>
            <a:off x="4866718" y="2249209"/>
            <a:ext cx="1229282" cy="183404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accent5"/>
              </a:solidFill>
            </a:endParaRP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4E45A6DF-326C-1840-A392-EBB72044BC2C}"/>
              </a:ext>
            </a:extLst>
          </p:cNvPr>
          <p:cNvSpPr/>
          <p:nvPr/>
        </p:nvSpPr>
        <p:spPr>
          <a:xfrm>
            <a:off x="4956117" y="2645485"/>
            <a:ext cx="1018227" cy="3248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8379095-C574-C548-A316-125C59EB4C64}"/>
              </a:ext>
            </a:extLst>
          </p:cNvPr>
          <p:cNvSpPr/>
          <p:nvPr/>
        </p:nvSpPr>
        <p:spPr>
          <a:xfrm>
            <a:off x="5020237" y="2710828"/>
            <a:ext cx="954107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状态修改历史</a:t>
            </a:r>
            <a:endParaRPr lang="zh-CN" altLang="en-US" sz="10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A768B119-4B41-3549-BCF2-0A61FBABDBAD}"/>
              </a:ext>
            </a:extLst>
          </p:cNvPr>
          <p:cNvSpPr/>
          <p:nvPr/>
        </p:nvSpPr>
        <p:spPr>
          <a:xfrm>
            <a:off x="4964535" y="3572401"/>
            <a:ext cx="1018227" cy="356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E547CCF-B62D-2E48-A8CC-E1CEDF8E6976}"/>
              </a:ext>
            </a:extLst>
          </p:cNvPr>
          <p:cNvSpPr/>
          <p:nvPr/>
        </p:nvSpPr>
        <p:spPr>
          <a:xfrm>
            <a:off x="4980300" y="3642588"/>
            <a:ext cx="1031051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合约调用历史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2C9CF3A9-5C4A-BB49-8FAA-4BB4CC046CDB}"/>
              </a:ext>
            </a:extLst>
          </p:cNvPr>
          <p:cNvSpPr/>
          <p:nvPr/>
        </p:nvSpPr>
        <p:spPr>
          <a:xfrm>
            <a:off x="6542904" y="2249208"/>
            <a:ext cx="1229282" cy="183404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accent5"/>
              </a:solidFill>
            </a:endParaRPr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4FE32EA0-9A08-2E46-88C7-1A95C86AEF72}"/>
              </a:ext>
            </a:extLst>
          </p:cNvPr>
          <p:cNvSpPr/>
          <p:nvPr/>
        </p:nvSpPr>
        <p:spPr>
          <a:xfrm>
            <a:off x="6636440" y="3038285"/>
            <a:ext cx="1082348" cy="5341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513894F-9B71-1E46-B73D-BEF65DE3D67C}"/>
              </a:ext>
            </a:extLst>
          </p:cNvPr>
          <p:cNvSpPr/>
          <p:nvPr/>
        </p:nvSpPr>
        <p:spPr>
          <a:xfrm>
            <a:off x="6681330" y="3103628"/>
            <a:ext cx="992579" cy="4154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05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合约结果</a:t>
            </a:r>
            <a:endParaRPr lang="en-US" altLang="zh-CN" sz="105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zh-CN" altLang="en-US" sz="105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文件存储索引</a:t>
            </a:r>
            <a:endParaRPr lang="zh-CN" altLang="en-US" sz="105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51A96D02-473A-7448-8972-CE729075F390}"/>
              </a:ext>
            </a:extLst>
          </p:cNvPr>
          <p:cNvSpPr/>
          <p:nvPr/>
        </p:nvSpPr>
        <p:spPr>
          <a:xfrm>
            <a:off x="8445276" y="2249208"/>
            <a:ext cx="1229282" cy="183404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accent5"/>
              </a:solidFill>
            </a:endParaRPr>
          </a:p>
        </p:txBody>
      </p:sp>
      <p:sp>
        <p:nvSpPr>
          <p:cNvPr id="60" name="圆角矩形 59">
            <a:extLst>
              <a:ext uri="{FF2B5EF4-FFF2-40B4-BE49-F238E27FC236}">
                <a16:creationId xmlns:a16="http://schemas.microsoft.com/office/drawing/2014/main" id="{E426CDB0-DA8B-474C-B0A9-C73BEBA1F35B}"/>
              </a:ext>
            </a:extLst>
          </p:cNvPr>
          <p:cNvSpPr/>
          <p:nvPr/>
        </p:nvSpPr>
        <p:spPr>
          <a:xfrm>
            <a:off x="8518743" y="3082526"/>
            <a:ext cx="1082348" cy="4046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9693553D-5586-CF4E-823C-8A8F63BA63B4}"/>
              </a:ext>
            </a:extLst>
          </p:cNvPr>
          <p:cNvSpPr/>
          <p:nvPr/>
        </p:nvSpPr>
        <p:spPr>
          <a:xfrm>
            <a:off x="8680647" y="3177132"/>
            <a:ext cx="758541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事件日志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16412C5-A4BD-1146-9A97-A1F1A7AE8328}"/>
              </a:ext>
            </a:extLst>
          </p:cNvPr>
          <p:cNvSpPr/>
          <p:nvPr/>
        </p:nvSpPr>
        <p:spPr>
          <a:xfrm>
            <a:off x="1187235" y="2308589"/>
            <a:ext cx="889987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1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区块数据库</a:t>
            </a:r>
            <a:endParaRPr lang="zh-CN" altLang="en-US" sz="11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6C1AC42-B4EE-8C48-8C8E-4D3442E4F98E}"/>
              </a:ext>
            </a:extLst>
          </p:cNvPr>
          <p:cNvSpPr/>
          <p:nvPr/>
        </p:nvSpPr>
        <p:spPr>
          <a:xfrm>
            <a:off x="3121245" y="2291336"/>
            <a:ext cx="889987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1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状态数据库</a:t>
            </a:r>
            <a:endParaRPr lang="zh-CN" altLang="en-US" sz="11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5BB1179-B51C-5C46-A6CD-E9FA37806A91}"/>
              </a:ext>
            </a:extLst>
          </p:cNvPr>
          <p:cNvSpPr/>
          <p:nvPr/>
        </p:nvSpPr>
        <p:spPr>
          <a:xfrm>
            <a:off x="5036365" y="2268178"/>
            <a:ext cx="889988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1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历史数据库</a:t>
            </a:r>
            <a:endParaRPr lang="zh-CN" altLang="en-US" sz="11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EFB9852-B84B-4D4D-94C1-9107AE692D00}"/>
              </a:ext>
            </a:extLst>
          </p:cNvPr>
          <p:cNvSpPr/>
          <p:nvPr/>
        </p:nvSpPr>
        <p:spPr>
          <a:xfrm>
            <a:off x="6712552" y="2259403"/>
            <a:ext cx="889987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1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结果数据库</a:t>
            </a:r>
            <a:endParaRPr lang="zh-CN" altLang="en-US" sz="11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2EE72C8-5F72-EE4E-B4F0-B8DC0AFEB4B2}"/>
              </a:ext>
            </a:extLst>
          </p:cNvPr>
          <p:cNvSpPr/>
          <p:nvPr/>
        </p:nvSpPr>
        <p:spPr>
          <a:xfrm>
            <a:off x="8614923" y="2291336"/>
            <a:ext cx="889987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1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事件数据库</a:t>
            </a:r>
            <a:endParaRPr lang="zh-CN" altLang="en-US" sz="11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FAA75287-762C-CF44-B7DC-62AB3E61C232}"/>
              </a:ext>
            </a:extLst>
          </p:cNvPr>
          <p:cNvSpPr/>
          <p:nvPr/>
        </p:nvSpPr>
        <p:spPr>
          <a:xfrm>
            <a:off x="4971882" y="3107491"/>
            <a:ext cx="1018227" cy="356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364376C-9236-5F4A-BA3F-37240D89917C}"/>
              </a:ext>
            </a:extLst>
          </p:cNvPr>
          <p:cNvSpPr/>
          <p:nvPr/>
        </p:nvSpPr>
        <p:spPr>
          <a:xfrm>
            <a:off x="4987647" y="3177678"/>
            <a:ext cx="1031052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账户修改历史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36E889F7-99D2-2441-AA48-3743AE802E04}"/>
              </a:ext>
            </a:extLst>
          </p:cNvPr>
          <p:cNvSpPr/>
          <p:nvPr/>
        </p:nvSpPr>
        <p:spPr>
          <a:xfrm>
            <a:off x="1072160" y="4403812"/>
            <a:ext cx="8602398" cy="82508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CB5164A4-B502-7F41-A011-CEDB01348E74}"/>
              </a:ext>
            </a:extLst>
          </p:cNvPr>
          <p:cNvSpPr/>
          <p:nvPr/>
        </p:nvSpPr>
        <p:spPr>
          <a:xfrm>
            <a:off x="5050166" y="4423730"/>
            <a:ext cx="906017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DB Provider</a:t>
            </a:r>
            <a:endParaRPr lang="zh-CN" altLang="en-US" sz="11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143BFFDF-2DF0-1C49-B7B8-68E42DBAC994}"/>
              </a:ext>
            </a:extLst>
          </p:cNvPr>
          <p:cNvSpPr/>
          <p:nvPr/>
        </p:nvSpPr>
        <p:spPr>
          <a:xfrm>
            <a:off x="1187235" y="4681581"/>
            <a:ext cx="1074007" cy="412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B2D9449-319E-AE44-9A26-477255FFD0EF}"/>
              </a:ext>
            </a:extLst>
          </p:cNvPr>
          <p:cNvSpPr/>
          <p:nvPr/>
        </p:nvSpPr>
        <p:spPr>
          <a:xfrm>
            <a:off x="1381545" y="4753078"/>
            <a:ext cx="668774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LevelDB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5EB5EA56-3D06-7A45-93E7-39E5C7242973}"/>
              </a:ext>
            </a:extLst>
          </p:cNvPr>
          <p:cNvSpPr/>
          <p:nvPr/>
        </p:nvSpPr>
        <p:spPr>
          <a:xfrm>
            <a:off x="2377119" y="4689893"/>
            <a:ext cx="1074007" cy="412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752F1FC6-3F40-6044-93D0-10A279126A09}"/>
              </a:ext>
            </a:extLst>
          </p:cNvPr>
          <p:cNvSpPr/>
          <p:nvPr/>
        </p:nvSpPr>
        <p:spPr>
          <a:xfrm>
            <a:off x="2508912" y="4761390"/>
            <a:ext cx="793808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BadgerDB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5" name="圆角矩形 74">
            <a:extLst>
              <a:ext uri="{FF2B5EF4-FFF2-40B4-BE49-F238E27FC236}">
                <a16:creationId xmlns:a16="http://schemas.microsoft.com/office/drawing/2014/main" id="{60F1256B-10D4-1941-8982-1AFA631BD7F7}"/>
              </a:ext>
            </a:extLst>
          </p:cNvPr>
          <p:cNvSpPr/>
          <p:nvPr/>
        </p:nvSpPr>
        <p:spPr>
          <a:xfrm>
            <a:off x="3561140" y="4676304"/>
            <a:ext cx="1074007" cy="412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9B5817A-5B40-A14E-8A8A-69D4EA8605A1}"/>
              </a:ext>
            </a:extLst>
          </p:cNvPr>
          <p:cNvSpPr/>
          <p:nvPr/>
        </p:nvSpPr>
        <p:spPr>
          <a:xfrm>
            <a:off x="3927800" y="4774302"/>
            <a:ext cx="421911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Tikv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7" name="圆角矩形 76">
            <a:extLst>
              <a:ext uri="{FF2B5EF4-FFF2-40B4-BE49-F238E27FC236}">
                <a16:creationId xmlns:a16="http://schemas.microsoft.com/office/drawing/2014/main" id="{1E398318-ACB9-7B40-BAF8-35F0C9D4A3AF}"/>
              </a:ext>
            </a:extLst>
          </p:cNvPr>
          <p:cNvSpPr/>
          <p:nvPr/>
        </p:nvSpPr>
        <p:spPr>
          <a:xfrm>
            <a:off x="5185304" y="4689893"/>
            <a:ext cx="4319606" cy="412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EE2402F-AF3C-6743-AE9A-DF6FD693A161}"/>
              </a:ext>
            </a:extLst>
          </p:cNvPr>
          <p:cNvSpPr/>
          <p:nvPr/>
        </p:nvSpPr>
        <p:spPr>
          <a:xfrm>
            <a:off x="5317097" y="4761390"/>
            <a:ext cx="694254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SQL DB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1" name="圆角矩形 80">
            <a:extLst>
              <a:ext uri="{FF2B5EF4-FFF2-40B4-BE49-F238E27FC236}">
                <a16:creationId xmlns:a16="http://schemas.microsoft.com/office/drawing/2014/main" id="{508B7A71-54B8-4048-8475-64BCA3E26BEE}"/>
              </a:ext>
            </a:extLst>
          </p:cNvPr>
          <p:cNvSpPr/>
          <p:nvPr/>
        </p:nvSpPr>
        <p:spPr>
          <a:xfrm>
            <a:off x="6059880" y="4753078"/>
            <a:ext cx="694254" cy="28887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14A9D946-237D-9D4A-8A88-F5B8287A147F}"/>
              </a:ext>
            </a:extLst>
          </p:cNvPr>
          <p:cNvSpPr/>
          <p:nvPr/>
        </p:nvSpPr>
        <p:spPr>
          <a:xfrm>
            <a:off x="6086617" y="4774715"/>
            <a:ext cx="625935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1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Mysql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3" name="圆角矩形 82">
            <a:extLst>
              <a:ext uri="{FF2B5EF4-FFF2-40B4-BE49-F238E27FC236}">
                <a16:creationId xmlns:a16="http://schemas.microsoft.com/office/drawing/2014/main" id="{58FDF7C7-B3E7-7E4B-9AA9-61C5E95AC0B6}"/>
              </a:ext>
            </a:extLst>
          </p:cNvPr>
          <p:cNvSpPr/>
          <p:nvPr/>
        </p:nvSpPr>
        <p:spPr>
          <a:xfrm>
            <a:off x="6953421" y="4748027"/>
            <a:ext cx="694254" cy="28887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4D94D143-533A-C240-B748-10500E9FF77D}"/>
              </a:ext>
            </a:extLst>
          </p:cNvPr>
          <p:cNvSpPr/>
          <p:nvPr/>
        </p:nvSpPr>
        <p:spPr>
          <a:xfrm>
            <a:off x="6980159" y="4769664"/>
            <a:ext cx="590216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1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Sqlite</a:t>
            </a:r>
            <a:endParaRPr lang="zh-CN" altLang="en-US" sz="11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5" name="圆角矩形 84">
            <a:extLst>
              <a:ext uri="{FF2B5EF4-FFF2-40B4-BE49-F238E27FC236}">
                <a16:creationId xmlns:a16="http://schemas.microsoft.com/office/drawing/2014/main" id="{FF349910-63FF-344A-BDE6-FD56B8967DBB}"/>
              </a:ext>
            </a:extLst>
          </p:cNvPr>
          <p:cNvSpPr/>
          <p:nvPr/>
        </p:nvSpPr>
        <p:spPr>
          <a:xfrm>
            <a:off x="7828322" y="4764129"/>
            <a:ext cx="1189692" cy="28887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7E59C6A5-9A70-1C46-9D35-238E4364332D}"/>
              </a:ext>
            </a:extLst>
          </p:cNvPr>
          <p:cNvSpPr/>
          <p:nvPr/>
        </p:nvSpPr>
        <p:spPr>
          <a:xfrm>
            <a:off x="7869904" y="4791392"/>
            <a:ext cx="977026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11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其他数据库</a:t>
            </a:r>
          </a:p>
        </p:txBody>
      </p:sp>
    </p:spTree>
    <p:extLst>
      <p:ext uri="{BB962C8B-B14F-4D97-AF65-F5344CB8AC3E}">
        <p14:creationId xmlns:p14="http://schemas.microsoft.com/office/powerpoint/2010/main" val="1194309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7717</TotalTime>
  <Words>161</Words>
  <Application>Microsoft Macintosh PowerPoint</Application>
  <PresentationFormat>宽屏</PresentationFormat>
  <Paragraphs>78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周 厚发</dc:creator>
  <cp:lastModifiedBy>周 厚发</cp:lastModifiedBy>
  <cp:revision>347</cp:revision>
  <dcterms:created xsi:type="dcterms:W3CDTF">2022-03-11T07:31:00Z</dcterms:created>
  <dcterms:modified xsi:type="dcterms:W3CDTF">2023-05-23T03:31:55Z</dcterms:modified>
</cp:coreProperties>
</file>