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7872"/>
  </p:normalViewPr>
  <p:slideViewPr>
    <p:cSldViewPr snapToGrid="0">
      <p:cViewPr>
        <p:scale>
          <a:sx n="176" d="100"/>
          <a:sy n="176" d="100"/>
        </p:scale>
        <p:origin x="2504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3608A-B273-674C-9D41-AA7C0B1A3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B175AF-AADC-0AB1-0816-5D7D52E44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3CCD9-BCFA-36D2-44FD-7D463372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8C0E9E-CB27-A25C-D4B3-E41EA891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0B154-C6C6-61A5-EA94-1D0F1561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963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308D4-B0E9-1871-CE56-27046795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4EB18-7A83-D790-69B9-B2B8C0D9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7B5EA-0143-0A49-7B15-2111B1E2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53754-C4A5-1140-1111-A8BF5D19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5F43E-5027-3F22-4A3B-E79BAB6F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649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B5027-5118-B55A-B668-8A2988D9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9FD7CB-7280-2651-F607-0E680CFD6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6CA0A-2452-84D4-4447-E236BF04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790EF-EC99-1B40-E2E9-9EF23378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4D8847-FA1A-36BA-10BA-89EAAE89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485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70384-AA6A-C113-EE03-DC39FA7C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50E8E-CED7-9412-3D05-27BA9F6D3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9A569-2231-0238-5253-501C79C0B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951D9B-E895-94B6-70A9-BE5F117A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A512BF-CC57-EF93-5F0D-388FB9445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EB1C6A-2EBA-5F69-9486-00CCD661E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668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53700-CD66-7D3F-F977-6798012A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FC580A-E11A-01CE-DB38-76D4C2AF0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99761C-D5BB-73B7-649E-4D9099F55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64437F-BD9D-ECB2-237F-D5568073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271DEC-299D-7E6B-65A3-B366E31C6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F814D2-FDE5-2461-2C31-BD212156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86D32F-9F3A-037A-C388-10A800E0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A6E4D1-E4B8-A166-6CF9-62758464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446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CB7E5-830B-AF50-C7C2-6C5055A1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17AACB-E7ED-E7B6-94B0-ABB09BF2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9F9E65-B7BB-2989-916D-F4687007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ADAEEC-6507-5FF8-CF54-CCAF7E5D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746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3D1B79-5908-141C-76BA-01E31F70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B6201C-A299-750F-8EA7-04BC852D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5EF37-5C5F-455D-11F7-5B21F617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42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E6F39-F739-6A0C-D52E-E4DFEBCE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A4E0CE-D58C-F62C-F0D4-1FC0E3AF3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8E2812-6BFE-8EC2-5D11-B64E7A279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08AF14-67F3-268B-8689-CEC6C260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3E995C-3D6D-3ECB-1B75-8DF42C02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84A3BF-3B19-4ACD-F8BF-B3FC4F49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613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1AAE7-B91B-5D13-951D-0F9C21ED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8474C3-B0B5-24D2-B183-F9A7EF919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A01067-6372-85B0-A447-38AD544FB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B597C1-1B4C-F1BB-8E4A-9DCBB678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E673F4-17FE-5332-9AC2-1049FBF6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82F40D-C66E-7C32-7F0B-9407C9D2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689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C3512-0DED-096A-A468-05853AF5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C1A0ED-553E-F8B1-E362-DCD351081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86A72-8E2B-8A7B-C492-9025DE8F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5CD76-F711-E78C-C71D-584E374F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C7C2C-9DFD-402B-14E1-49D0A9E0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706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366618-D88C-35AF-E47C-774F4B255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C848DB-29EF-F8A0-2F70-0608CEE53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45ABF2-E1EA-E963-3F8D-98B84C67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22FF1-AB3F-A2E1-68A9-38EFE547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0A57D-C4A8-3DCE-5167-667132BA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327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E026B9-7D34-99C2-1518-385E4078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EFE79-6ADD-9948-1BE3-1D7DCD80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BDB2A-BA5D-7700-DFA0-A16AC5EF5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C8E76-722B-ED4D-965E-357AD57F6F8D}" type="datetimeFigureOut">
              <a:rPr kumimoji="1" lang="zh-CN" altLang="en-US" smtClean="0"/>
              <a:t>2022/8/8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3D19F-7DD9-B248-CBC3-B99E1E051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BC99D-07C2-80F7-084B-3BA4F4719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D2616-B515-B247-8622-C61CD0507D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02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5A02C1A-B4E8-8D60-51A9-9491AE294B26}"/>
              </a:ext>
            </a:extLst>
          </p:cNvPr>
          <p:cNvSpPr/>
          <p:nvPr/>
        </p:nvSpPr>
        <p:spPr>
          <a:xfrm>
            <a:off x="5896476" y="548639"/>
            <a:ext cx="5288079" cy="4619859"/>
          </a:xfrm>
          <a:prstGeom prst="rect">
            <a:avLst/>
          </a:prstGeom>
          <a:solidFill>
            <a:srgbClr val="DBE9FF">
              <a:alpha val="58824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9E7A79-40E0-C3A5-BF3C-05659974775C}"/>
              </a:ext>
            </a:extLst>
          </p:cNvPr>
          <p:cNvSpPr/>
          <p:nvPr/>
        </p:nvSpPr>
        <p:spPr>
          <a:xfrm>
            <a:off x="1442171" y="548639"/>
            <a:ext cx="4019606" cy="4619859"/>
          </a:xfrm>
          <a:prstGeom prst="rect">
            <a:avLst/>
          </a:prstGeom>
          <a:solidFill>
            <a:srgbClr val="DBE9FF">
              <a:alpha val="58824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96CA9F-6363-57D0-A506-0E95B5D10C0E}"/>
              </a:ext>
            </a:extLst>
          </p:cNvPr>
          <p:cNvSpPr/>
          <p:nvPr/>
        </p:nvSpPr>
        <p:spPr>
          <a:xfrm>
            <a:off x="1855662" y="1269998"/>
            <a:ext cx="3191933" cy="35016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3D067C-AF5C-1355-7EEB-A5957F3AC59B}"/>
              </a:ext>
            </a:extLst>
          </p:cNvPr>
          <p:cNvSpPr/>
          <p:nvPr/>
        </p:nvSpPr>
        <p:spPr>
          <a:xfrm>
            <a:off x="2275917" y="1947459"/>
            <a:ext cx="2351422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 Clients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FC6C9F-1031-A659-E1F2-AB0E876874F8}"/>
              </a:ext>
            </a:extLst>
          </p:cNvPr>
          <p:cNvSpPr txBox="1"/>
          <p:nvPr/>
        </p:nvSpPr>
        <p:spPr>
          <a:xfrm>
            <a:off x="2739734" y="1444406"/>
            <a:ext cx="1423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ChainMaker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D4ADD3-81A1-2C07-3C45-8F8AA85C6644}"/>
              </a:ext>
            </a:extLst>
          </p:cNvPr>
          <p:cNvSpPr/>
          <p:nvPr/>
        </p:nvSpPr>
        <p:spPr>
          <a:xfrm>
            <a:off x="2275917" y="3369835"/>
            <a:ext cx="2351422" cy="942916"/>
          </a:xfrm>
          <a:prstGeom prst="rect">
            <a:avLst/>
          </a:prstGeom>
          <a:solidFill>
            <a:srgbClr val="579F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Runtime Server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264136-E730-B94B-5B35-3334FCF7D018}"/>
              </a:ext>
            </a:extLst>
          </p:cNvPr>
          <p:cNvSpPr/>
          <p:nvPr/>
        </p:nvSpPr>
        <p:spPr>
          <a:xfrm>
            <a:off x="6349502" y="1269998"/>
            <a:ext cx="4400327" cy="35016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81870E-B1E5-32C0-E200-EA9793137993}"/>
              </a:ext>
            </a:extLst>
          </p:cNvPr>
          <p:cNvSpPr/>
          <p:nvPr/>
        </p:nvSpPr>
        <p:spPr>
          <a:xfrm>
            <a:off x="6757933" y="1947459"/>
            <a:ext cx="3583464" cy="942916"/>
          </a:xfrm>
          <a:prstGeom prst="rect">
            <a:avLst/>
          </a:prstGeom>
          <a:solidFill>
            <a:srgbClr val="579F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 </a:t>
            </a:r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6AA1C4-68AE-EB1B-D6F9-138BC77A66D5}"/>
              </a:ext>
            </a:extLst>
          </p:cNvPr>
          <p:cNvSpPr txBox="1"/>
          <p:nvPr/>
        </p:nvSpPr>
        <p:spPr>
          <a:xfrm>
            <a:off x="7883457" y="1444406"/>
            <a:ext cx="1332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VM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AAA8E9-DA52-5B42-3AD4-6418B255ED2D}"/>
              </a:ext>
            </a:extLst>
          </p:cNvPr>
          <p:cNvSpPr/>
          <p:nvPr/>
        </p:nvSpPr>
        <p:spPr>
          <a:xfrm>
            <a:off x="6757933" y="3369835"/>
            <a:ext cx="1050471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</a:t>
            </a:r>
          </a:p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Client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F814F0-E7F7-DD72-912E-751CD1134110}"/>
              </a:ext>
            </a:extLst>
          </p:cNvPr>
          <p:cNvSpPr txBox="1"/>
          <p:nvPr/>
        </p:nvSpPr>
        <p:spPr>
          <a:xfrm>
            <a:off x="9460192" y="3656627"/>
            <a:ext cx="628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483372-32EA-EB75-FA71-7A8507DD9B5D}"/>
              </a:ext>
            </a:extLst>
          </p:cNvPr>
          <p:cNvSpPr/>
          <p:nvPr/>
        </p:nvSpPr>
        <p:spPr>
          <a:xfrm>
            <a:off x="8024430" y="3369835"/>
            <a:ext cx="1050471" cy="942916"/>
          </a:xfrm>
          <a:prstGeom prst="rect">
            <a:avLst/>
          </a:prstGeom>
          <a:solidFill>
            <a:srgbClr val="A490FF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</a:t>
            </a:r>
          </a:p>
          <a:p>
            <a:pPr algn="ctr"/>
            <a:r>
              <a:rPr kumimoji="1" lang="en-US" altLang="zh-CN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Client</a:t>
            </a:r>
            <a:endParaRPr kumimoji="1" lang="zh-CN" altLang="en-US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66C580-F026-F6CF-467F-2D67B82754B3}"/>
              </a:ext>
            </a:extLst>
          </p:cNvPr>
          <p:cNvSpPr txBox="1"/>
          <p:nvPr/>
        </p:nvSpPr>
        <p:spPr>
          <a:xfrm>
            <a:off x="5179291" y="1803948"/>
            <a:ext cx="112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Tx / Contract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B2D05A-D12B-7685-CD71-001FEADBA015}"/>
              </a:ext>
            </a:extLst>
          </p:cNvPr>
          <p:cNvSpPr txBox="1"/>
          <p:nvPr/>
        </p:nvSpPr>
        <p:spPr>
          <a:xfrm>
            <a:off x="4960352" y="2751532"/>
            <a:ext cx="156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Request /</a:t>
            </a:r>
          </a:p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Unexpected error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A9A35C23-5CC0-6F72-23FF-2D88646DA452}"/>
              </a:ext>
            </a:extLst>
          </p:cNvPr>
          <p:cNvSpPr/>
          <p:nvPr/>
        </p:nvSpPr>
        <p:spPr>
          <a:xfrm rot="16200000">
            <a:off x="8122637" y="3002368"/>
            <a:ext cx="461665" cy="273269"/>
          </a:xfrm>
          <a:prstGeom prst="rightArrow">
            <a:avLst/>
          </a:prstGeom>
          <a:solidFill>
            <a:srgbClr val="E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80DA4E-63ED-D6AF-7442-7EA6E45AACBD}"/>
              </a:ext>
            </a:extLst>
          </p:cNvPr>
          <p:cNvSpPr txBox="1"/>
          <p:nvPr/>
        </p:nvSpPr>
        <p:spPr>
          <a:xfrm>
            <a:off x="8490104" y="3000503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Signal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BD38CD-7CB6-5542-4F46-5B8014F88A67}"/>
              </a:ext>
            </a:extLst>
          </p:cNvPr>
          <p:cNvSpPr txBox="1"/>
          <p:nvPr/>
        </p:nvSpPr>
        <p:spPr>
          <a:xfrm>
            <a:off x="5048517" y="3506304"/>
            <a:ext cx="1385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Data / Response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2699C2-77E6-9E14-66A8-B3C37C1FDDD2}"/>
              </a:ext>
            </a:extLst>
          </p:cNvPr>
          <p:cNvSpPr txBox="1"/>
          <p:nvPr/>
        </p:nvSpPr>
        <p:spPr>
          <a:xfrm>
            <a:off x="2956941" y="68708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HOST1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11C0C1D3-027B-45C5-ADA4-F0226757BA5E}"/>
              </a:ext>
            </a:extLst>
          </p:cNvPr>
          <p:cNvSpPr/>
          <p:nvPr/>
        </p:nvSpPr>
        <p:spPr>
          <a:xfrm>
            <a:off x="4695671" y="2060027"/>
            <a:ext cx="2033386" cy="273269"/>
          </a:xfrm>
          <a:prstGeom prst="rightArrow">
            <a:avLst/>
          </a:prstGeom>
          <a:solidFill>
            <a:srgbClr val="AE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A74EE640-16E2-59C9-C866-71966B43126C}"/>
              </a:ext>
            </a:extLst>
          </p:cNvPr>
          <p:cNvSpPr/>
          <p:nvPr/>
        </p:nvSpPr>
        <p:spPr>
          <a:xfrm rot="10800000">
            <a:off x="4695671" y="2478261"/>
            <a:ext cx="2033386" cy="273269"/>
          </a:xfrm>
          <a:prstGeom prst="rightArrow">
            <a:avLst/>
          </a:prstGeom>
          <a:solidFill>
            <a:srgbClr val="AE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左右箭头 23">
            <a:extLst>
              <a:ext uri="{FF2B5EF4-FFF2-40B4-BE49-F238E27FC236}">
                <a16:creationId xmlns:a16="http://schemas.microsoft.com/office/drawing/2014/main" id="{12C825D2-2A3E-AEF4-634C-B0CC1295FED3}"/>
              </a:ext>
            </a:extLst>
          </p:cNvPr>
          <p:cNvSpPr/>
          <p:nvPr/>
        </p:nvSpPr>
        <p:spPr>
          <a:xfrm>
            <a:off x="4695671" y="3704658"/>
            <a:ext cx="2033386" cy="273269"/>
          </a:xfrm>
          <a:prstGeom prst="leftRightArrow">
            <a:avLst/>
          </a:prstGeom>
          <a:solidFill>
            <a:srgbClr val="AE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ADB3856-73FD-8050-BCEB-9DB6330A7695}"/>
              </a:ext>
            </a:extLst>
          </p:cNvPr>
          <p:cNvSpPr txBox="1"/>
          <p:nvPr/>
        </p:nvSpPr>
        <p:spPr>
          <a:xfrm>
            <a:off x="8045829" y="68708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HOST2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左右箭头 25">
            <a:extLst>
              <a:ext uri="{FF2B5EF4-FFF2-40B4-BE49-F238E27FC236}">
                <a16:creationId xmlns:a16="http://schemas.microsoft.com/office/drawing/2014/main" id="{56BE912B-DB2B-638C-A376-65BC1453B42E}"/>
              </a:ext>
            </a:extLst>
          </p:cNvPr>
          <p:cNvSpPr/>
          <p:nvPr/>
        </p:nvSpPr>
        <p:spPr>
          <a:xfrm>
            <a:off x="9658002" y="775369"/>
            <a:ext cx="398034" cy="273269"/>
          </a:xfrm>
          <a:prstGeom prst="leftRightArrow">
            <a:avLst/>
          </a:prstGeom>
          <a:solidFill>
            <a:srgbClr val="E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4EDE89-332C-CD77-229F-FA5D0567EED1}"/>
              </a:ext>
            </a:extLst>
          </p:cNvPr>
          <p:cNvSpPr txBox="1"/>
          <p:nvPr/>
        </p:nvSpPr>
        <p:spPr>
          <a:xfrm>
            <a:off x="9182993" y="785045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UDS: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左右箭头 27">
            <a:extLst>
              <a:ext uri="{FF2B5EF4-FFF2-40B4-BE49-F238E27FC236}">
                <a16:creationId xmlns:a16="http://schemas.microsoft.com/office/drawing/2014/main" id="{A9674A8A-462C-B2D9-845B-F9106668CA52}"/>
              </a:ext>
            </a:extLst>
          </p:cNvPr>
          <p:cNvSpPr/>
          <p:nvPr/>
        </p:nvSpPr>
        <p:spPr>
          <a:xfrm>
            <a:off x="10668654" y="775369"/>
            <a:ext cx="398034" cy="273269"/>
          </a:xfrm>
          <a:prstGeom prst="leftRightArrow">
            <a:avLst/>
          </a:prstGeom>
          <a:solidFill>
            <a:srgbClr val="AE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7C6945B-AF85-5C44-D9DA-1F592C791004}"/>
              </a:ext>
            </a:extLst>
          </p:cNvPr>
          <p:cNvSpPr txBox="1"/>
          <p:nvPr/>
        </p:nvSpPr>
        <p:spPr>
          <a:xfrm>
            <a:off x="10193645" y="785045"/>
            <a:ext cx="4651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TCP: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337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</Words>
  <Application>Microsoft Macintosh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T189907</dc:creator>
  <cp:lastModifiedBy>T189907</cp:lastModifiedBy>
  <cp:revision>1</cp:revision>
  <dcterms:created xsi:type="dcterms:W3CDTF">2022-08-08T07:50:46Z</dcterms:created>
  <dcterms:modified xsi:type="dcterms:W3CDTF">2022-08-08T07:53:00Z</dcterms:modified>
</cp:coreProperties>
</file>