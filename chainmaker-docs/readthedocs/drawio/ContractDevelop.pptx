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22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714500" y="1200150"/>
            <a:ext cx="129603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选择开发语言</a:t>
            </a:r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3503295" y="1207135"/>
            <a:ext cx="112966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选择开发工具</a:t>
            </a: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684395" y="1200150"/>
            <a:ext cx="100647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编写合约逻辑</a:t>
            </a: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288405" y="1200150"/>
            <a:ext cx="129603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编译合约</a:t>
            </a:r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124190" y="1207135"/>
            <a:ext cx="129603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部署合约</a:t>
            </a:r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9536430" y="1207135"/>
            <a:ext cx="1296035" cy="100838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执行合约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1818005" y="2748280"/>
            <a:ext cx="115189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Go</a:t>
            </a:r>
            <a:endParaRPr lang="en-US" altLang="zh-CN"/>
          </a:p>
        </p:txBody>
      </p:sp>
      <p:sp>
        <p:nvSpPr>
          <p:cNvPr id="26" name="圆角矩形 25"/>
          <p:cNvSpPr/>
          <p:nvPr/>
        </p:nvSpPr>
        <p:spPr>
          <a:xfrm>
            <a:off x="1818005" y="3526790"/>
            <a:ext cx="115189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Solidity</a:t>
            </a:r>
            <a:endParaRPr lang="en-US" altLang="zh-CN"/>
          </a:p>
        </p:txBody>
      </p:sp>
      <p:sp>
        <p:nvSpPr>
          <p:cNvPr id="27" name="圆角矩形 26"/>
          <p:cNvSpPr/>
          <p:nvPr/>
        </p:nvSpPr>
        <p:spPr>
          <a:xfrm>
            <a:off x="1818005" y="4305300"/>
            <a:ext cx="115189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Rust</a:t>
            </a:r>
            <a:endParaRPr lang="en-US" altLang="zh-CN"/>
          </a:p>
        </p:txBody>
      </p:sp>
      <p:sp>
        <p:nvSpPr>
          <p:cNvPr id="28" name="圆角矩形 27"/>
          <p:cNvSpPr/>
          <p:nvPr/>
        </p:nvSpPr>
        <p:spPr>
          <a:xfrm>
            <a:off x="1818005" y="5083810"/>
            <a:ext cx="115189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C/C++</a:t>
            </a:r>
            <a:endParaRPr lang="en-US" altLang="zh-CN"/>
          </a:p>
        </p:txBody>
      </p:sp>
      <p:sp>
        <p:nvSpPr>
          <p:cNvPr id="30" name="圆角矩形 29"/>
          <p:cNvSpPr/>
          <p:nvPr/>
        </p:nvSpPr>
        <p:spPr>
          <a:xfrm>
            <a:off x="3604895" y="274828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GoLand</a:t>
            </a:r>
            <a:endParaRPr lang="en-US" altLang="zh-CN"/>
          </a:p>
        </p:txBody>
      </p:sp>
      <p:sp>
        <p:nvSpPr>
          <p:cNvPr id="31" name="圆角矩形 30"/>
          <p:cNvSpPr/>
          <p:nvPr/>
        </p:nvSpPr>
        <p:spPr>
          <a:xfrm>
            <a:off x="3604895" y="352679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Remix</a:t>
            </a:r>
            <a:endParaRPr lang="en-US" altLang="zh-CN"/>
          </a:p>
        </p:txBody>
      </p:sp>
      <p:sp>
        <p:nvSpPr>
          <p:cNvPr id="32" name="圆角矩形 31"/>
          <p:cNvSpPr/>
          <p:nvPr/>
        </p:nvSpPr>
        <p:spPr>
          <a:xfrm>
            <a:off x="3604895" y="430530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GoLand/Intellij</a:t>
            </a:r>
            <a:endParaRPr lang="en-US" altLang="zh-CN"/>
          </a:p>
          <a:p>
            <a:pPr algn="ctr"/>
            <a:r>
              <a:rPr lang="en-US" altLang="zh-CN"/>
              <a:t>+Rust</a:t>
            </a:r>
            <a:r>
              <a:rPr lang="zh-CN" altLang="en-US"/>
              <a:t>插件</a:t>
            </a:r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3604895" y="508381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C/C++</a:t>
            </a:r>
            <a:endParaRPr lang="en-US" altLang="zh-CN"/>
          </a:p>
        </p:txBody>
      </p:sp>
      <p:sp>
        <p:nvSpPr>
          <p:cNvPr id="43" name="圆角矩形 42"/>
          <p:cNvSpPr/>
          <p:nvPr/>
        </p:nvSpPr>
        <p:spPr>
          <a:xfrm>
            <a:off x="6059805" y="274828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Golang</a:t>
            </a:r>
            <a:endParaRPr lang="en-US" altLang="zh-CN"/>
          </a:p>
        </p:txBody>
      </p:sp>
      <p:sp>
        <p:nvSpPr>
          <p:cNvPr id="56" name="圆角矩形 55"/>
          <p:cNvSpPr/>
          <p:nvPr/>
        </p:nvSpPr>
        <p:spPr>
          <a:xfrm>
            <a:off x="6059805" y="352679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sdk</a:t>
            </a:r>
            <a:r>
              <a:rPr lang="zh-CN" altLang="en-US"/>
              <a:t>镜象</a:t>
            </a:r>
            <a:r>
              <a:rPr lang="en-US" altLang="zh-CN"/>
              <a:t>/</a:t>
            </a:r>
            <a:r>
              <a:rPr lang="en-US" altLang="zh-CN">
                <a:sym typeface="+mn-ea"/>
              </a:rPr>
              <a:t>Remix</a:t>
            </a:r>
            <a:endParaRPr lang="en-US" altLang="zh-CN"/>
          </a:p>
        </p:txBody>
      </p:sp>
      <p:sp>
        <p:nvSpPr>
          <p:cNvPr id="63" name="圆角矩形 62"/>
          <p:cNvSpPr/>
          <p:nvPr/>
        </p:nvSpPr>
        <p:spPr>
          <a:xfrm>
            <a:off x="6059805" y="430530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Cargo</a:t>
            </a:r>
            <a:endParaRPr lang="en-US"/>
          </a:p>
        </p:txBody>
      </p:sp>
      <p:sp>
        <p:nvSpPr>
          <p:cNvPr id="64" name="圆角矩形 63"/>
          <p:cNvSpPr/>
          <p:nvPr/>
        </p:nvSpPr>
        <p:spPr>
          <a:xfrm>
            <a:off x="6059805" y="508381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sdk</a:t>
            </a:r>
            <a:r>
              <a:rPr lang="zh-CN" altLang="en-US"/>
              <a:t>镜象</a:t>
            </a:r>
            <a:endParaRPr lang="zh-CN" altLang="en-US"/>
          </a:p>
        </p:txBody>
      </p:sp>
      <p:sp>
        <p:nvSpPr>
          <p:cNvPr id="65" name="圆角矩形 64"/>
          <p:cNvSpPr/>
          <p:nvPr/>
        </p:nvSpPr>
        <p:spPr>
          <a:xfrm>
            <a:off x="8449310" y="3876040"/>
            <a:ext cx="1819910" cy="50419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cmc/sdk</a:t>
            </a:r>
            <a:endParaRPr lang="en-US"/>
          </a:p>
        </p:txBody>
      </p:sp>
      <p:sp>
        <p:nvSpPr>
          <p:cNvPr id="66" name="右箭头 65"/>
          <p:cNvSpPr/>
          <p:nvPr/>
        </p:nvSpPr>
        <p:spPr>
          <a:xfrm>
            <a:off x="3071495" y="289242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右箭头 66"/>
          <p:cNvSpPr/>
          <p:nvPr/>
        </p:nvSpPr>
        <p:spPr>
          <a:xfrm>
            <a:off x="3082290" y="367093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右箭头 67"/>
          <p:cNvSpPr/>
          <p:nvPr/>
        </p:nvSpPr>
        <p:spPr>
          <a:xfrm>
            <a:off x="3082290" y="446214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右箭头 68"/>
          <p:cNvSpPr/>
          <p:nvPr/>
        </p:nvSpPr>
        <p:spPr>
          <a:xfrm>
            <a:off x="3070860" y="525335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右箭头 69"/>
          <p:cNvSpPr/>
          <p:nvPr/>
        </p:nvSpPr>
        <p:spPr>
          <a:xfrm>
            <a:off x="5525770" y="289242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右箭头 70"/>
          <p:cNvSpPr/>
          <p:nvPr/>
        </p:nvSpPr>
        <p:spPr>
          <a:xfrm>
            <a:off x="5525770" y="367093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右箭头 71"/>
          <p:cNvSpPr/>
          <p:nvPr/>
        </p:nvSpPr>
        <p:spPr>
          <a:xfrm>
            <a:off x="5526405" y="444944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右箭头 72"/>
          <p:cNvSpPr/>
          <p:nvPr/>
        </p:nvSpPr>
        <p:spPr>
          <a:xfrm>
            <a:off x="5525770" y="525335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右箭头 73"/>
          <p:cNvSpPr/>
          <p:nvPr/>
        </p:nvSpPr>
        <p:spPr>
          <a:xfrm>
            <a:off x="7951470" y="4030980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右箭头 74"/>
          <p:cNvSpPr/>
          <p:nvPr/>
        </p:nvSpPr>
        <p:spPr>
          <a:xfrm>
            <a:off x="3041015" y="159956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右箭头 75"/>
          <p:cNvSpPr/>
          <p:nvPr/>
        </p:nvSpPr>
        <p:spPr>
          <a:xfrm>
            <a:off x="5773420" y="1596390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右箭头 76"/>
          <p:cNvSpPr/>
          <p:nvPr/>
        </p:nvSpPr>
        <p:spPr>
          <a:xfrm>
            <a:off x="7654925" y="1603375"/>
            <a:ext cx="432435" cy="215900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文字</Application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tianlehan</dc:creator>
  <cp:lastModifiedBy>韩天乐</cp:lastModifiedBy>
  <cp:revision>11</cp:revision>
  <dcterms:created xsi:type="dcterms:W3CDTF">2022-08-31T07:40:56Z</dcterms:created>
  <dcterms:modified xsi:type="dcterms:W3CDTF">2022-08-31T07:40:56Z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2052-4.5.0.7415</vt:lpwstr>
  </property>
  <property fmtid="{D5CDD505-2E9C-101B-9397-08002B2CF9AE}" pid="3" name="ICV">
    <vt:lpwstr>124735153D03B9B0EC0DED62FC2C0C8E</vt:lpwstr>
  </property>
</Properties>
</file>