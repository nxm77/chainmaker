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3DAC"/>
                </a:solidFill>
                <a:sym typeface="+mn-ea"/>
              </a:rPr>
              <a:t>长安链简介</a:t>
            </a:r>
            <a:r>
              <a:rPr lang="en-US" altLang="zh-CN">
                <a:solidFill>
                  <a:srgbClr val="003DAC"/>
                </a:solidFill>
                <a:sym typeface="+mn-ea"/>
              </a:rPr>
              <a:t> </a:t>
            </a:r>
            <a:r>
              <a:rPr lang="zh-CN"/>
              <a:t>长安链的由来。</a:t>
            </a:r>
            <a:r>
              <a:rPr lang="en-US" altLang="zh-CN"/>
              <a:t>19</a:t>
            </a:r>
            <a:r>
              <a:rPr lang="zh-CN" altLang="en-US"/>
              <a:t>年</a:t>
            </a:r>
            <a:r>
              <a:rPr lang="zh-CN"/>
              <a:t>以前的区块链</a:t>
            </a:r>
            <a:r>
              <a:rPr lang="en-US" altLang="zh-CN"/>
              <a:t> 1xxx 2xxx 3xxx</a:t>
            </a:r>
            <a:r>
              <a:rPr lang="zh-CN" altLang="en-US"/>
              <a:t>，为了解决这些问题，</a:t>
            </a:r>
            <a:endParaRPr lang="zh-CN" altLang="en-US"/>
          </a:p>
          <a:p>
            <a:r>
              <a:rPr lang="zh-CN" altLang="en-US"/>
              <a:t>在微芯研究院牵头下联合知名高校、企业</a:t>
            </a:r>
            <a:r>
              <a:rPr lang="en-US" altLang="zh-CN"/>
              <a:t> </a:t>
            </a:r>
            <a:r>
              <a:rPr lang="zh-CN" altLang="en-US"/>
              <a:t>基于流水线、装配线、模块化的思想，启动了</a:t>
            </a:r>
            <a:r>
              <a:rPr lang="zh-CN" b="1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新型区块链底层平台</a:t>
            </a:r>
            <a:r>
              <a:rPr lang="en-US" altLang="zh-CN" b="1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--</a:t>
            </a:r>
            <a:r>
              <a:rPr lang="zh-CN" altLang="en-US" b="1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也就是</a:t>
            </a:r>
            <a:r>
              <a:rPr lang="en-US" altLang="zh-CN" b="1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长安链</a:t>
            </a:r>
            <a:r>
              <a:rPr lang="en-US" altLang="zh-CN" b="1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·ChainMaker</a:t>
            </a:r>
            <a:r>
              <a:rPr lang="zh-CN" altLang="en-US" b="1">
                <a:solidFill>
                  <a:srgbClr val="000000"/>
                </a:solidFill>
                <a:latin typeface="微软雅黑" charset="-122"/>
                <a:ea typeface="微软雅黑" charset="-122"/>
                <a:sym typeface="+mn-ea"/>
              </a:rPr>
              <a:t>项目的研发</a:t>
            </a:r>
            <a:endParaRPr lang="zh-CN" altLang="en-US" b="1">
              <a:solidFill>
                <a:srgbClr val="000000"/>
              </a:solidFill>
              <a:latin typeface="微软雅黑" charset="-122"/>
              <a:ea typeface="微软雅黑" charset="-122"/>
              <a:sym typeface="+mn-ea"/>
            </a:endParaRPr>
          </a:p>
          <a:p>
            <a:endParaRPr lang="zh-CN" altLang="en-US" b="1">
              <a:solidFill>
                <a:srgbClr val="00000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811530" y="1496060"/>
            <a:ext cx="2376170" cy="79184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C/C++、TinyGo</a:t>
            </a:r>
            <a:r>
              <a:rPr lang="zh-CN" altLang="en-US"/>
              <a:t>、</a:t>
            </a:r>
            <a:r>
              <a:rPr lang="en-US" altLang="zh-CN"/>
              <a:t>Rust</a:t>
            </a:r>
            <a:endParaRPr lang="en-US" altLang="zh-CN"/>
          </a:p>
        </p:txBody>
      </p:sp>
      <p:sp>
        <p:nvSpPr>
          <p:cNvPr id="38" name="矩形 37"/>
          <p:cNvSpPr/>
          <p:nvPr/>
        </p:nvSpPr>
        <p:spPr>
          <a:xfrm>
            <a:off x="638175" y="3441700"/>
            <a:ext cx="2632075" cy="135128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/>
              <a:t>区块链环境</a:t>
            </a:r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1080135" y="2588260"/>
            <a:ext cx="1838325" cy="648335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Wasm</a:t>
            </a:r>
            <a:r>
              <a:rPr lang="zh-CN" altLang="en-US"/>
              <a:t>指令字节码</a:t>
            </a:r>
            <a:endParaRPr lang="zh-CN" altLang="en-US"/>
          </a:p>
        </p:txBody>
      </p:sp>
      <p:cxnSp>
        <p:nvCxnSpPr>
          <p:cNvPr id="45" name="曲线连接符 44"/>
          <p:cNvCxnSpPr>
            <a:stCxn id="37" idx="2"/>
            <a:endCxn id="42" idx="0"/>
          </p:cNvCxnSpPr>
          <p:nvPr/>
        </p:nvCxnSpPr>
        <p:spPr>
          <a:xfrm rot="5400000">
            <a:off x="1849438" y="2438083"/>
            <a:ext cx="300355" cy="3175"/>
          </a:xfrm>
          <a:prstGeom prst="curvedConnector2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/>
        </p:nvSpPr>
        <p:spPr>
          <a:xfrm>
            <a:off x="1315085" y="3804920"/>
            <a:ext cx="1368425" cy="64833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Wasm</a:t>
            </a:r>
            <a:r>
              <a:rPr lang="zh-CN" altLang="en-US"/>
              <a:t>虚拟机</a:t>
            </a:r>
            <a:endParaRPr lang="zh-CN" altLang="en-US"/>
          </a:p>
        </p:txBody>
      </p:sp>
      <p:cxnSp>
        <p:nvCxnSpPr>
          <p:cNvPr id="10" name="曲线连接符 9"/>
          <p:cNvCxnSpPr>
            <a:stCxn id="42" idx="2"/>
          </p:cNvCxnSpPr>
          <p:nvPr/>
        </p:nvCxnSpPr>
        <p:spPr>
          <a:xfrm rot="5400000">
            <a:off x="1713548" y="3518853"/>
            <a:ext cx="568325" cy="3175"/>
          </a:xfrm>
          <a:prstGeom prst="curvedConnector2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7395210" y="1496060"/>
            <a:ext cx="2376170" cy="79184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Go</a:t>
            </a:r>
            <a:r>
              <a:rPr lang="zh-CN" altLang="en-US"/>
              <a:t>、</a:t>
            </a:r>
            <a:r>
              <a:rPr lang="en-US" altLang="zh-CN">
                <a:sym typeface="+mn-ea"/>
              </a:rPr>
              <a:t>Java...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262495" y="3442335"/>
            <a:ext cx="2631440" cy="135064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/>
              <a:t>区块链环境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7663815" y="2588260"/>
            <a:ext cx="1838325" cy="648335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字节</a:t>
            </a:r>
            <a:r>
              <a:rPr lang="zh-CN" altLang="en-US"/>
              <a:t>码</a:t>
            </a:r>
            <a:endParaRPr lang="zh-CN" altLang="en-US"/>
          </a:p>
        </p:txBody>
      </p:sp>
      <p:cxnSp>
        <p:nvCxnSpPr>
          <p:cNvPr id="13" name="曲线连接符 12"/>
          <p:cNvCxnSpPr>
            <a:stCxn id="4" idx="2"/>
            <a:endCxn id="11" idx="0"/>
          </p:cNvCxnSpPr>
          <p:nvPr/>
        </p:nvCxnSpPr>
        <p:spPr>
          <a:xfrm rot="5400000">
            <a:off x="8433118" y="2438083"/>
            <a:ext cx="300355" cy="3175"/>
          </a:xfrm>
          <a:prstGeom prst="curvedConnector2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10298430" y="3716020"/>
            <a:ext cx="1691640" cy="80200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Docker</a:t>
            </a:r>
            <a:r>
              <a:rPr lang="zh-CN" altLang="en-US"/>
              <a:t>虚拟机服务</a:t>
            </a:r>
            <a:endParaRPr lang="zh-CN" altLang="en-US"/>
          </a:p>
        </p:txBody>
      </p:sp>
      <p:cxnSp>
        <p:nvCxnSpPr>
          <p:cNvPr id="17" name="曲线连接符 16"/>
          <p:cNvCxnSpPr>
            <a:stCxn id="11" idx="2"/>
            <a:endCxn id="7" idx="0"/>
          </p:cNvCxnSpPr>
          <p:nvPr/>
        </p:nvCxnSpPr>
        <p:spPr>
          <a:xfrm rot="5400000">
            <a:off x="8477885" y="3336925"/>
            <a:ext cx="205740" cy="5080"/>
          </a:xfrm>
          <a:prstGeom prst="curvedConnector3">
            <a:avLst>
              <a:gd name="adj1" fmla="val 50000"/>
            </a:avLst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曲线连接符 17"/>
          <p:cNvCxnSpPr>
            <a:stCxn id="7" idx="3"/>
            <a:endCxn id="16" idx="1"/>
          </p:cNvCxnSpPr>
          <p:nvPr/>
        </p:nvCxnSpPr>
        <p:spPr>
          <a:xfrm flipV="1">
            <a:off x="9893935" y="4117340"/>
            <a:ext cx="404495" cy="635"/>
          </a:xfrm>
          <a:prstGeom prst="curvedConnector3">
            <a:avLst>
              <a:gd name="adj1" fmla="val 50078"/>
            </a:avLst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38100">
            <a:solidFill>
              <a:schemeClr val="accent2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126230" y="1496060"/>
            <a:ext cx="2376170" cy="79184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solidity</a:t>
            </a:r>
            <a:endParaRPr lang="en-US"/>
          </a:p>
        </p:txBody>
      </p:sp>
      <p:sp>
        <p:nvSpPr>
          <p:cNvPr id="20" name="矩形 19"/>
          <p:cNvSpPr/>
          <p:nvPr/>
        </p:nvSpPr>
        <p:spPr>
          <a:xfrm>
            <a:off x="4017010" y="3442335"/>
            <a:ext cx="2632075" cy="135128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/>
              <a:t>区块链环境</a:t>
            </a:r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4394835" y="2588260"/>
            <a:ext cx="1838325" cy="648335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solidity</a:t>
            </a:r>
            <a:r>
              <a:rPr lang="zh-CN" altLang="en-US"/>
              <a:t>指令字节码</a:t>
            </a:r>
            <a:endParaRPr lang="zh-CN" altLang="en-US"/>
          </a:p>
        </p:txBody>
      </p:sp>
      <p:cxnSp>
        <p:nvCxnSpPr>
          <p:cNvPr id="22" name="曲线连接符 21"/>
          <p:cNvCxnSpPr>
            <a:stCxn id="19" idx="2"/>
            <a:endCxn id="21" idx="0"/>
          </p:cNvCxnSpPr>
          <p:nvPr/>
        </p:nvCxnSpPr>
        <p:spPr>
          <a:xfrm rot="5400000">
            <a:off x="5164138" y="2438083"/>
            <a:ext cx="300355" cy="3175"/>
          </a:xfrm>
          <a:prstGeom prst="curvedConnector2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4629785" y="3792855"/>
            <a:ext cx="1368425" cy="64833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Evm</a:t>
            </a:r>
            <a:r>
              <a:rPr lang="zh-CN" altLang="en-US"/>
              <a:t>虚拟机</a:t>
            </a:r>
            <a:endParaRPr lang="zh-CN" altLang="en-US"/>
          </a:p>
        </p:txBody>
      </p:sp>
      <p:cxnSp>
        <p:nvCxnSpPr>
          <p:cNvPr id="24" name="曲线连接符 23"/>
          <p:cNvCxnSpPr>
            <a:stCxn id="21" idx="2"/>
            <a:endCxn id="23" idx="0"/>
          </p:cNvCxnSpPr>
          <p:nvPr/>
        </p:nvCxnSpPr>
        <p:spPr>
          <a:xfrm rot="5400000">
            <a:off x="5036185" y="3514725"/>
            <a:ext cx="556260" cy="3175"/>
          </a:xfrm>
          <a:prstGeom prst="curvedConnector2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WPS 文字</Application>
  <PresentationFormat>宽屏</PresentationFormat>
  <Paragraphs>24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汉仪书宋二KW</vt:lpstr>
      <vt:lpstr>宋体</vt:lpstr>
      <vt:lpstr>Arial Unicode MS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tianlehan</dc:creator>
  <cp:lastModifiedBy>韩天乐</cp:lastModifiedBy>
  <cp:revision>10</cp:revision>
  <dcterms:created xsi:type="dcterms:W3CDTF">2022-08-31T07:41:19Z</dcterms:created>
  <dcterms:modified xsi:type="dcterms:W3CDTF">2022-08-31T07:41:19Z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2052-4.5.0.7415</vt:lpwstr>
  </property>
  <property fmtid="{D5CDD505-2E9C-101B-9397-08002B2CF9AE}" pid="3" name="ICV">
    <vt:lpwstr>F81DDC2F1DAF3B9FF70CED62A4F9547C</vt:lpwstr>
  </property>
</Properties>
</file>